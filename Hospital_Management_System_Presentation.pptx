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9144000" cy="5143500"/>
  <p:notesSz cx="6858000" cy="9144000"/>
  <p:embeddedFontLst>
    <p:embeddedFont>
      <p:font typeface="Arimo" charset="1" panose="020B0604020202020204"/>
      <p:regular r:id="rId22"/>
    </p:embeddedFont>
    <p:embeddedFont>
      <p:font typeface="Calibri (MS) Bold" charset="1" panose="020F0702030404030204"/>
      <p:regular r:id="rId23"/>
    </p:embeddedFont>
    <p:embeddedFont>
      <p:font typeface="Calibri (MS) Italics" charset="1" panose="020F05020202040A0204"/>
      <p:regular r:id="rId24"/>
    </p:embeddedFont>
    <p:embeddedFont>
      <p:font typeface="Calibri (MS)" charset="1" panose="020F0502020204030204"/>
      <p:regular r:id="rId25"/>
    </p:embeddedFont>
    <p:embeddedFont>
      <p:font typeface="Courier New" charset="1" panose="02070309020205020404"/>
      <p:regular r:id="rId26"/>
    </p:embeddedFont>
    <p:embeddedFont>
      <p:font typeface="IBM Plex Sans" charset="1" panose="020B0503050203000203"/>
      <p:regular r:id="rId27"/>
    </p:embeddedFont>
    <p:embeddedFont>
      <p:font typeface="Courier New Bold" charset="1" panose="02070609020205020404"/>
      <p:regular r:id="rId28"/>
    </p:embeddedFont>
    <p:embeddedFont>
      <p:font typeface="Calibri (MS) Bold Italics" charset="1" panose="020F07020304040A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svg" Type="http://schemas.openxmlformats.org/officeDocument/2006/relationships/image"/><Relationship Id="rId15" Target="../media/image14.svg" Type="http://schemas.openxmlformats.org/officeDocument/2006/relationships/image"/><Relationship Id="rId16" Target="../media/image15.sv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26.svg" Type="http://schemas.openxmlformats.org/officeDocument/2006/relationships/image"/><Relationship Id="rId12" Target="../media/image27.svg" Type="http://schemas.openxmlformats.org/officeDocument/2006/relationships/image"/><Relationship Id="rId13" Target="../media/image28.svg" Type="http://schemas.openxmlformats.org/officeDocument/2006/relationships/image"/><Relationship Id="rId14" Target="../media/image29.svg" Type="http://schemas.openxmlformats.org/officeDocument/2006/relationships/image"/><Relationship Id="rId15" Target="../media/image30.svg" Type="http://schemas.openxmlformats.org/officeDocument/2006/relationships/image"/><Relationship Id="rId16" Target="../media/image31.svg" Type="http://schemas.openxmlformats.org/officeDocument/2006/relationships/image"/><Relationship Id="rId17" Target="../media/image32.svg" Type="http://schemas.openxmlformats.org/officeDocument/2006/relationships/image"/><Relationship Id="rId18" Target="../media/image33.svg" Type="http://schemas.openxmlformats.org/officeDocument/2006/relationships/image"/><Relationship Id="rId19" Target="../media/image34.svg" Type="http://schemas.openxmlformats.org/officeDocument/2006/relationships/image"/><Relationship Id="rId2" Target="../media/image17.png" Type="http://schemas.openxmlformats.org/officeDocument/2006/relationships/image"/><Relationship Id="rId20" Target="../media/image35.png" Type="http://schemas.openxmlformats.org/officeDocument/2006/relationships/image"/><Relationship Id="rId21" Target="../media/image36.svg" Type="http://schemas.openxmlformats.org/officeDocument/2006/relationships/image"/><Relationship Id="rId22" Target="../media/image37.svg" Type="http://schemas.openxmlformats.org/officeDocument/2006/relationships/image"/><Relationship Id="rId23" Target="../media/image38.svg" Type="http://schemas.openxmlformats.org/officeDocument/2006/relationships/image"/><Relationship Id="rId24" Target="../media/image39.svg" Type="http://schemas.openxmlformats.org/officeDocument/2006/relationships/image"/><Relationship Id="rId25" Target="../media/image40.svg" Type="http://schemas.openxmlformats.org/officeDocument/2006/relationships/image"/><Relationship Id="rId26" Target="../media/image41.svg" Type="http://schemas.openxmlformats.org/officeDocument/2006/relationships/image"/><Relationship Id="rId27" Target="../media/image42.svg" Type="http://schemas.openxmlformats.org/officeDocument/2006/relationships/image"/><Relationship Id="rId28" Target="../media/image43.svg" Type="http://schemas.openxmlformats.org/officeDocument/2006/relationships/image"/><Relationship Id="rId29" Target="../media/image44.svg" Type="http://schemas.openxmlformats.org/officeDocument/2006/relationships/image"/><Relationship Id="rId3" Target="../media/image18.svg" Type="http://schemas.openxmlformats.org/officeDocument/2006/relationships/image"/><Relationship Id="rId30" Target="../media/image45.svg" Type="http://schemas.openxmlformats.org/officeDocument/2006/relationships/image"/><Relationship Id="rId31" Target="../media/image46.svg" Type="http://schemas.openxmlformats.org/officeDocument/2006/relationships/image"/><Relationship Id="rId32" Target="../media/image47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11" Target="../media/image57.svg" Type="http://schemas.openxmlformats.org/officeDocument/2006/relationships/image"/><Relationship Id="rId12" Target="../media/image58.png" Type="http://schemas.openxmlformats.org/officeDocument/2006/relationships/image"/><Relationship Id="rId13" Target="../media/image59.svg" Type="http://schemas.openxmlformats.org/officeDocument/2006/relationships/image"/><Relationship Id="rId14" Target="../media/image60.png" Type="http://schemas.openxmlformats.org/officeDocument/2006/relationships/image"/><Relationship Id="rId15" Target="../media/image61.svg" Type="http://schemas.openxmlformats.org/officeDocument/2006/relationships/image"/><Relationship Id="rId16" Target="../media/image62.png" Type="http://schemas.openxmlformats.org/officeDocument/2006/relationships/image"/><Relationship Id="rId17" Target="../media/image63.svg" Type="http://schemas.openxmlformats.org/officeDocument/2006/relationships/image"/><Relationship Id="rId18" Target="../media/image64.png" Type="http://schemas.openxmlformats.org/officeDocument/2006/relationships/image"/><Relationship Id="rId19" Target="../media/image65.svg" Type="http://schemas.openxmlformats.org/officeDocument/2006/relationships/image"/><Relationship Id="rId2" Target="../media/image48.png" Type="http://schemas.openxmlformats.org/officeDocument/2006/relationships/image"/><Relationship Id="rId20" Target="../media/image66.png" Type="http://schemas.openxmlformats.org/officeDocument/2006/relationships/image"/><Relationship Id="rId3" Target="../media/image49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52.png" Type="http://schemas.openxmlformats.org/officeDocument/2006/relationships/image"/><Relationship Id="rId7" Target="../media/image53.svg" Type="http://schemas.openxmlformats.org/officeDocument/2006/relationships/image"/><Relationship Id="rId8" Target="../media/image54.png" Type="http://schemas.openxmlformats.org/officeDocument/2006/relationships/image"/><Relationship Id="rId9" Target="../media/image5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72.svg" Type="http://schemas.openxmlformats.org/officeDocument/2006/relationships/image"/><Relationship Id="rId12" Target="../media/image73.png" Type="http://schemas.openxmlformats.org/officeDocument/2006/relationships/image"/><Relationship Id="rId13" Target="../media/image74.svg" Type="http://schemas.openxmlformats.org/officeDocument/2006/relationships/image"/><Relationship Id="rId14" Target="../media/image75.svg" Type="http://schemas.openxmlformats.org/officeDocument/2006/relationships/image"/><Relationship Id="rId15" Target="../media/image76.svg" Type="http://schemas.openxmlformats.org/officeDocument/2006/relationships/image"/><Relationship Id="rId16" Target="../media/image77.png" Type="http://schemas.openxmlformats.org/officeDocument/2006/relationships/image"/><Relationship Id="rId17" Target="../media/image78.svg" Type="http://schemas.openxmlformats.org/officeDocument/2006/relationships/image"/><Relationship Id="rId18" Target="../media/image79.png" Type="http://schemas.openxmlformats.org/officeDocument/2006/relationships/image"/><Relationship Id="rId19" Target="../media/image80.png" Type="http://schemas.openxmlformats.org/officeDocument/2006/relationships/image"/><Relationship Id="rId2" Target="../media/image48.png" Type="http://schemas.openxmlformats.org/officeDocument/2006/relationships/image"/><Relationship Id="rId20" Target="../media/image81.svg" Type="http://schemas.openxmlformats.org/officeDocument/2006/relationships/image"/><Relationship Id="rId21" Target="../media/image82.png" Type="http://schemas.openxmlformats.org/officeDocument/2006/relationships/image"/><Relationship Id="rId22" Target="../media/image83.svg" Type="http://schemas.openxmlformats.org/officeDocument/2006/relationships/image"/><Relationship Id="rId23" Target="../media/image84.png" Type="http://schemas.openxmlformats.org/officeDocument/2006/relationships/image"/><Relationship Id="rId24" Target="../media/image85.svg" Type="http://schemas.openxmlformats.org/officeDocument/2006/relationships/image"/><Relationship Id="rId3" Target="../media/image49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67.png" Type="http://schemas.openxmlformats.org/officeDocument/2006/relationships/image"/><Relationship Id="rId7" Target="../media/image68.svg" Type="http://schemas.openxmlformats.org/officeDocument/2006/relationships/image"/><Relationship Id="rId8" Target="../media/image69.png" Type="http://schemas.openxmlformats.org/officeDocument/2006/relationships/image"/><Relationship Id="rId9" Target="../media/image7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0.png" Type="http://schemas.openxmlformats.org/officeDocument/2006/relationships/image"/><Relationship Id="rId11" Target="../media/image91.svg" Type="http://schemas.openxmlformats.org/officeDocument/2006/relationships/image"/><Relationship Id="rId12" Target="../media/image92.png" Type="http://schemas.openxmlformats.org/officeDocument/2006/relationships/image"/><Relationship Id="rId13" Target="../media/image93.svg" Type="http://schemas.openxmlformats.org/officeDocument/2006/relationships/image"/><Relationship Id="rId14" Target="../media/image94.png" Type="http://schemas.openxmlformats.org/officeDocument/2006/relationships/image"/><Relationship Id="rId15" Target="../media/image95.svg" Type="http://schemas.openxmlformats.org/officeDocument/2006/relationships/image"/><Relationship Id="rId16" Target="../media/image96.svg" Type="http://schemas.openxmlformats.org/officeDocument/2006/relationships/image"/><Relationship Id="rId17" Target="../media/image97.png" Type="http://schemas.openxmlformats.org/officeDocument/2006/relationships/image"/><Relationship Id="rId18" Target="../media/image98.svg" Type="http://schemas.openxmlformats.org/officeDocument/2006/relationships/image"/><Relationship Id="rId19" Target="../media/image99.png" Type="http://schemas.openxmlformats.org/officeDocument/2006/relationships/image"/><Relationship Id="rId2" Target="../media/image17.png" Type="http://schemas.openxmlformats.org/officeDocument/2006/relationships/image"/><Relationship Id="rId20" Target="../media/image100.svg" Type="http://schemas.openxmlformats.org/officeDocument/2006/relationships/image"/><Relationship Id="rId21" Target="../media/image101.svg" Type="http://schemas.openxmlformats.org/officeDocument/2006/relationships/image"/><Relationship Id="rId22" Target="../media/image102.png" Type="http://schemas.openxmlformats.org/officeDocument/2006/relationships/image"/><Relationship Id="rId23" Target="../media/image103.svg" Type="http://schemas.openxmlformats.org/officeDocument/2006/relationships/image"/><Relationship Id="rId24" Target="../media/image104.png" Type="http://schemas.openxmlformats.org/officeDocument/2006/relationships/image"/><Relationship Id="rId25" Target="../media/image105.svg" Type="http://schemas.openxmlformats.org/officeDocument/2006/relationships/image"/><Relationship Id="rId26" Target="../media/image106.svg" Type="http://schemas.openxmlformats.org/officeDocument/2006/relationships/image"/><Relationship Id="rId27" Target="../media/image107.svg" Type="http://schemas.openxmlformats.org/officeDocument/2006/relationships/image"/><Relationship Id="rId28" Target="../media/image108.png" Type="http://schemas.openxmlformats.org/officeDocument/2006/relationships/image"/><Relationship Id="rId29" Target="../media/image109.sv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86.png" Type="http://schemas.openxmlformats.org/officeDocument/2006/relationships/image"/><Relationship Id="rId7" Target="../media/image87.svg" Type="http://schemas.openxmlformats.org/officeDocument/2006/relationships/image"/><Relationship Id="rId8" Target="../media/image88.png" Type="http://schemas.openxmlformats.org/officeDocument/2006/relationships/image"/><Relationship Id="rId9" Target="../media/image8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4.svg" Type="http://schemas.openxmlformats.org/officeDocument/2006/relationships/image"/><Relationship Id="rId11" Target="../media/image115.svg" Type="http://schemas.openxmlformats.org/officeDocument/2006/relationships/image"/><Relationship Id="rId12" Target="../media/image116.svg" Type="http://schemas.openxmlformats.org/officeDocument/2006/relationships/image"/><Relationship Id="rId13" Target="../media/image117.svg" Type="http://schemas.openxmlformats.org/officeDocument/2006/relationships/image"/><Relationship Id="rId14" Target="../media/image118.svg" Type="http://schemas.openxmlformats.org/officeDocument/2006/relationships/image"/><Relationship Id="rId15" Target="../media/image119.svg" Type="http://schemas.openxmlformats.org/officeDocument/2006/relationships/image"/><Relationship Id="rId16" Target="../media/image120.svg" Type="http://schemas.openxmlformats.org/officeDocument/2006/relationships/image"/><Relationship Id="rId17" Target="../media/image121.svg" Type="http://schemas.openxmlformats.org/officeDocument/2006/relationships/image"/><Relationship Id="rId18" Target="../media/image122.svg" Type="http://schemas.openxmlformats.org/officeDocument/2006/relationships/image"/><Relationship Id="rId19" Target="../media/image123.svg" Type="http://schemas.openxmlformats.org/officeDocument/2006/relationships/image"/><Relationship Id="rId2" Target="../media/image17.png" Type="http://schemas.openxmlformats.org/officeDocument/2006/relationships/image"/><Relationship Id="rId20" Target="../media/image124.png" Type="http://schemas.openxmlformats.org/officeDocument/2006/relationships/image"/><Relationship Id="rId21" Target="../media/image125.svg" Type="http://schemas.openxmlformats.org/officeDocument/2006/relationships/image"/><Relationship Id="rId22" Target="../media/image126.png" Type="http://schemas.openxmlformats.org/officeDocument/2006/relationships/image"/><Relationship Id="rId23" Target="../media/image127.svg" Type="http://schemas.openxmlformats.org/officeDocument/2006/relationships/image"/><Relationship Id="rId24" Target="../media/image128.svg" Type="http://schemas.openxmlformats.org/officeDocument/2006/relationships/image"/><Relationship Id="rId25" Target="../media/image129.svg" Type="http://schemas.openxmlformats.org/officeDocument/2006/relationships/image"/><Relationship Id="rId26" Target="../media/image130.svg" Type="http://schemas.openxmlformats.org/officeDocument/2006/relationships/image"/><Relationship Id="rId27" Target="../media/image131.svg" Type="http://schemas.openxmlformats.org/officeDocument/2006/relationships/image"/><Relationship Id="rId28" Target="../media/image132.png" Type="http://schemas.openxmlformats.org/officeDocument/2006/relationships/image"/><Relationship Id="rId29" Target="../media/image133.svg" Type="http://schemas.openxmlformats.org/officeDocument/2006/relationships/image"/><Relationship Id="rId3" Target="../media/image18.svg" Type="http://schemas.openxmlformats.org/officeDocument/2006/relationships/image"/><Relationship Id="rId30" Target="../media/image134.svg" Type="http://schemas.openxmlformats.org/officeDocument/2006/relationships/image"/><Relationship Id="rId31" Target="../media/image135.png" Type="http://schemas.openxmlformats.org/officeDocument/2006/relationships/image"/><Relationship Id="rId32" Target="../media/image136.svg" Type="http://schemas.openxmlformats.org/officeDocument/2006/relationships/image"/><Relationship Id="rId33" Target="../media/image137.svg" Type="http://schemas.openxmlformats.org/officeDocument/2006/relationships/image"/><Relationship Id="rId34" Target="../media/image138.png" Type="http://schemas.openxmlformats.org/officeDocument/2006/relationships/image"/><Relationship Id="rId35" Target="../media/image139.svg" Type="http://schemas.openxmlformats.org/officeDocument/2006/relationships/image"/><Relationship Id="rId36" Target="../media/image140.svg" Type="http://schemas.openxmlformats.org/officeDocument/2006/relationships/image"/><Relationship Id="rId37" Target="../media/image141.png" Type="http://schemas.openxmlformats.org/officeDocument/2006/relationships/image"/><Relationship Id="rId38" Target="../media/image14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10.png" Type="http://schemas.openxmlformats.org/officeDocument/2006/relationships/image"/><Relationship Id="rId7" Target="../media/image111.svg" Type="http://schemas.openxmlformats.org/officeDocument/2006/relationships/image"/><Relationship Id="rId8" Target="../media/image112.png" Type="http://schemas.openxmlformats.org/officeDocument/2006/relationships/image"/><Relationship Id="rId9" Target="../media/image1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7.png" Type="http://schemas.openxmlformats.org/officeDocument/2006/relationships/image"/><Relationship Id="rId11" Target="../media/image148.svg" Type="http://schemas.openxmlformats.org/officeDocument/2006/relationships/image"/><Relationship Id="rId12" Target="../media/image149.svg" Type="http://schemas.openxmlformats.org/officeDocument/2006/relationships/image"/><Relationship Id="rId13" Target="../media/image150.svg" Type="http://schemas.openxmlformats.org/officeDocument/2006/relationships/image"/><Relationship Id="rId14" Target="../media/image151.svg" Type="http://schemas.openxmlformats.org/officeDocument/2006/relationships/image"/><Relationship Id="rId15" Target="../media/image152.svg" Type="http://schemas.openxmlformats.org/officeDocument/2006/relationships/image"/><Relationship Id="rId16" Target="../media/image153.svg" Type="http://schemas.openxmlformats.org/officeDocument/2006/relationships/image"/><Relationship Id="rId17" Target="../media/image154.svg" Type="http://schemas.openxmlformats.org/officeDocument/2006/relationships/image"/><Relationship Id="rId18" Target="../media/image155.svg" Type="http://schemas.openxmlformats.org/officeDocument/2006/relationships/image"/><Relationship Id="rId19" Target="../media/image156.svg" Type="http://schemas.openxmlformats.org/officeDocument/2006/relationships/image"/><Relationship Id="rId2" Target="../media/image17.png" Type="http://schemas.openxmlformats.org/officeDocument/2006/relationships/image"/><Relationship Id="rId20" Target="../media/image157.png" Type="http://schemas.openxmlformats.org/officeDocument/2006/relationships/image"/><Relationship Id="rId21" Target="../media/image158.svg" Type="http://schemas.openxmlformats.org/officeDocument/2006/relationships/image"/><Relationship Id="rId22" Target="../media/image159.png" Type="http://schemas.openxmlformats.org/officeDocument/2006/relationships/image"/><Relationship Id="rId23" Target="../media/image160.svg" Type="http://schemas.openxmlformats.org/officeDocument/2006/relationships/image"/><Relationship Id="rId24" Target="../media/image161.png" Type="http://schemas.openxmlformats.org/officeDocument/2006/relationships/image"/><Relationship Id="rId25" Target="../media/image162.svg" Type="http://schemas.openxmlformats.org/officeDocument/2006/relationships/image"/><Relationship Id="rId26" Target="../media/image163.png" Type="http://schemas.openxmlformats.org/officeDocument/2006/relationships/image"/><Relationship Id="rId27" Target="../media/image164.svg" Type="http://schemas.openxmlformats.org/officeDocument/2006/relationships/image"/><Relationship Id="rId28" Target="../media/image165.png" Type="http://schemas.openxmlformats.org/officeDocument/2006/relationships/image"/><Relationship Id="rId29" Target="../media/image166.sv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43.png" Type="http://schemas.openxmlformats.org/officeDocument/2006/relationships/image"/><Relationship Id="rId7" Target="../media/image144.svg" Type="http://schemas.openxmlformats.org/officeDocument/2006/relationships/image"/><Relationship Id="rId8" Target="../media/image145.png" Type="http://schemas.openxmlformats.org/officeDocument/2006/relationships/image"/><Relationship Id="rId9" Target="../media/image14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1.svg" Type="http://schemas.openxmlformats.org/officeDocument/2006/relationships/image"/><Relationship Id="rId11" Target="../media/image172.svg" Type="http://schemas.openxmlformats.org/officeDocument/2006/relationships/image"/><Relationship Id="rId12" Target="../media/image173.svg" Type="http://schemas.openxmlformats.org/officeDocument/2006/relationships/image"/><Relationship Id="rId13" Target="../media/image174.svg" Type="http://schemas.openxmlformats.org/officeDocument/2006/relationships/image"/><Relationship Id="rId14" Target="../media/image175.svg" Type="http://schemas.openxmlformats.org/officeDocument/2006/relationships/image"/><Relationship Id="rId15" Target="../media/image176.svg" Type="http://schemas.openxmlformats.org/officeDocument/2006/relationships/image"/><Relationship Id="rId16" Target="../media/image177.svg" Type="http://schemas.openxmlformats.org/officeDocument/2006/relationships/image"/><Relationship Id="rId17" Target="../media/image178.svg" Type="http://schemas.openxmlformats.org/officeDocument/2006/relationships/image"/><Relationship Id="rId18" Target="../media/image179.svg" Type="http://schemas.openxmlformats.org/officeDocument/2006/relationships/image"/><Relationship Id="rId19" Target="../media/image180.svg" Type="http://schemas.openxmlformats.org/officeDocument/2006/relationships/image"/><Relationship Id="rId2" Target="../media/image17.png" Type="http://schemas.openxmlformats.org/officeDocument/2006/relationships/image"/><Relationship Id="rId20" Target="../media/image181.png" Type="http://schemas.openxmlformats.org/officeDocument/2006/relationships/image"/><Relationship Id="rId21" Target="../media/image182.svg" Type="http://schemas.openxmlformats.org/officeDocument/2006/relationships/image"/><Relationship Id="rId22" Target="../media/image183.png" Type="http://schemas.openxmlformats.org/officeDocument/2006/relationships/image"/><Relationship Id="rId23" Target="../media/image184.svg" Type="http://schemas.openxmlformats.org/officeDocument/2006/relationships/image"/><Relationship Id="rId24" Target="../media/image185.png" Type="http://schemas.openxmlformats.org/officeDocument/2006/relationships/image"/><Relationship Id="rId25" Target="../media/image186.svg" Type="http://schemas.openxmlformats.org/officeDocument/2006/relationships/image"/><Relationship Id="rId26" Target="../media/image187.png" Type="http://schemas.openxmlformats.org/officeDocument/2006/relationships/image"/><Relationship Id="rId27" Target="../media/image188.svg" Type="http://schemas.openxmlformats.org/officeDocument/2006/relationships/image"/><Relationship Id="rId28" Target="../media/image189.svg" Type="http://schemas.openxmlformats.org/officeDocument/2006/relationships/image"/><Relationship Id="rId29" Target="../media/image190.svg" Type="http://schemas.openxmlformats.org/officeDocument/2006/relationships/image"/><Relationship Id="rId3" Target="../media/image18.svg" Type="http://schemas.openxmlformats.org/officeDocument/2006/relationships/image"/><Relationship Id="rId30" Target="../media/image191.png" Type="http://schemas.openxmlformats.org/officeDocument/2006/relationships/image"/><Relationship Id="rId31" Target="../media/image192.svg" Type="http://schemas.openxmlformats.org/officeDocument/2006/relationships/image"/><Relationship Id="rId32" Target="../media/image193.png" Type="http://schemas.openxmlformats.org/officeDocument/2006/relationships/image"/><Relationship Id="rId33" Target="../media/image194.svg" Type="http://schemas.openxmlformats.org/officeDocument/2006/relationships/image"/><Relationship Id="rId34" Target="../media/image195.png" Type="http://schemas.openxmlformats.org/officeDocument/2006/relationships/image"/><Relationship Id="rId35" Target="../media/image196.svg" Type="http://schemas.openxmlformats.org/officeDocument/2006/relationships/image"/><Relationship Id="rId36" Target="../media/image197.png" Type="http://schemas.openxmlformats.org/officeDocument/2006/relationships/image"/><Relationship Id="rId37" Target="../media/image19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67.png" Type="http://schemas.openxmlformats.org/officeDocument/2006/relationships/image"/><Relationship Id="rId7" Target="../media/image168.svg" Type="http://schemas.openxmlformats.org/officeDocument/2006/relationships/image"/><Relationship Id="rId8" Target="../media/image169.png" Type="http://schemas.openxmlformats.org/officeDocument/2006/relationships/image"/><Relationship Id="rId9" Target="../media/image17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2.svg" Type="http://schemas.openxmlformats.org/officeDocument/2006/relationships/image"/><Relationship Id="rId11" Target="../media/image203.png" Type="http://schemas.openxmlformats.org/officeDocument/2006/relationships/image"/><Relationship Id="rId12" Target="../media/image204.svg" Type="http://schemas.openxmlformats.org/officeDocument/2006/relationships/image"/><Relationship Id="rId13" Target="../media/image205.png" Type="http://schemas.openxmlformats.org/officeDocument/2006/relationships/image"/><Relationship Id="rId14" Target="../media/image206.png" Type="http://schemas.openxmlformats.org/officeDocument/2006/relationships/image"/><Relationship Id="rId15" Target="../media/image207.svg" Type="http://schemas.openxmlformats.org/officeDocument/2006/relationships/image"/><Relationship Id="rId16" Target="../media/image208.png" Type="http://schemas.openxmlformats.org/officeDocument/2006/relationships/image"/><Relationship Id="rId17" Target="../media/image209.svg" Type="http://schemas.openxmlformats.org/officeDocument/2006/relationships/image"/><Relationship Id="rId18" Target="../media/image210.png" Type="http://schemas.openxmlformats.org/officeDocument/2006/relationships/image"/><Relationship Id="rId19" Target="../media/image211.png" Type="http://schemas.openxmlformats.org/officeDocument/2006/relationships/image"/><Relationship Id="rId2" Target="../media/image48.png" Type="http://schemas.openxmlformats.org/officeDocument/2006/relationships/image"/><Relationship Id="rId20" Target="../media/image212.svg" Type="http://schemas.openxmlformats.org/officeDocument/2006/relationships/image"/><Relationship Id="rId21" Target="../media/image213.png" Type="http://schemas.openxmlformats.org/officeDocument/2006/relationships/image"/><Relationship Id="rId22" Target="../media/image214.svg" Type="http://schemas.openxmlformats.org/officeDocument/2006/relationships/image"/><Relationship Id="rId23" Target="../media/image215.png" Type="http://schemas.openxmlformats.org/officeDocument/2006/relationships/image"/><Relationship Id="rId24" Target="../media/image216.png" Type="http://schemas.openxmlformats.org/officeDocument/2006/relationships/image"/><Relationship Id="rId25" Target="../media/image217.svg" Type="http://schemas.openxmlformats.org/officeDocument/2006/relationships/image"/><Relationship Id="rId26" Target="../media/image218.png" Type="http://schemas.openxmlformats.org/officeDocument/2006/relationships/image"/><Relationship Id="rId27" Target="../media/image219.svg" Type="http://schemas.openxmlformats.org/officeDocument/2006/relationships/image"/><Relationship Id="rId28" Target="../media/image220.png" Type="http://schemas.openxmlformats.org/officeDocument/2006/relationships/image"/><Relationship Id="rId29" Target="../media/image221.png" Type="http://schemas.openxmlformats.org/officeDocument/2006/relationships/image"/><Relationship Id="rId3" Target="../media/image49.svg" Type="http://schemas.openxmlformats.org/officeDocument/2006/relationships/image"/><Relationship Id="rId30" Target="../media/image222.svg" Type="http://schemas.openxmlformats.org/officeDocument/2006/relationships/image"/><Relationship Id="rId31" Target="../media/image223.svg" Type="http://schemas.openxmlformats.org/officeDocument/2006/relationships/image"/><Relationship Id="rId32" Target="../media/image224.svg" Type="http://schemas.openxmlformats.org/officeDocument/2006/relationships/image"/><Relationship Id="rId33" Target="../media/image225.svg" Type="http://schemas.openxmlformats.org/officeDocument/2006/relationships/image"/><Relationship Id="rId34" Target="../media/image226.png" Type="http://schemas.openxmlformats.org/officeDocument/2006/relationships/image"/><Relationship Id="rId35" Target="../media/image227.svg" Type="http://schemas.openxmlformats.org/officeDocument/2006/relationships/image"/><Relationship Id="rId36" Target="../media/image228.png" Type="http://schemas.openxmlformats.org/officeDocument/2006/relationships/image"/><Relationship Id="rId37" Target="../media/image229.svg" Type="http://schemas.openxmlformats.org/officeDocument/2006/relationships/image"/><Relationship Id="rId38" Target="../media/image230.png" Type="http://schemas.openxmlformats.org/officeDocument/2006/relationships/image"/><Relationship Id="rId39" Target="../media/image231.svg" Type="http://schemas.openxmlformats.org/officeDocument/2006/relationships/image"/><Relationship Id="rId4" Target="../media/image50.png" Type="http://schemas.openxmlformats.org/officeDocument/2006/relationships/image"/><Relationship Id="rId40" Target="../media/image232.png" Type="http://schemas.openxmlformats.org/officeDocument/2006/relationships/image"/><Relationship Id="rId41" Target="../media/image233.svg" Type="http://schemas.openxmlformats.org/officeDocument/2006/relationships/image"/><Relationship Id="rId5" Target="../media/image51.svg" Type="http://schemas.openxmlformats.org/officeDocument/2006/relationships/image"/><Relationship Id="rId6" Target="../media/image199.png" Type="http://schemas.openxmlformats.org/officeDocument/2006/relationships/image"/><Relationship Id="rId7" Target="../media/image200.svg" Type="http://schemas.openxmlformats.org/officeDocument/2006/relationships/image"/><Relationship Id="rId8" Target="../media/image79.png" Type="http://schemas.openxmlformats.org/officeDocument/2006/relationships/image"/><Relationship Id="rId9" Target="../media/image20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8.png" Type="http://schemas.openxmlformats.org/officeDocument/2006/relationships/image"/><Relationship Id="rId11" Target="../media/image239.png" Type="http://schemas.openxmlformats.org/officeDocument/2006/relationships/image"/><Relationship Id="rId12" Target="../media/image240.svg" Type="http://schemas.openxmlformats.org/officeDocument/2006/relationships/image"/><Relationship Id="rId13" Target="../media/image241.png" Type="http://schemas.openxmlformats.org/officeDocument/2006/relationships/image"/><Relationship Id="rId14" Target="../media/image242.svg" Type="http://schemas.openxmlformats.org/officeDocument/2006/relationships/image"/><Relationship Id="rId15" Target="../media/image243.png" Type="http://schemas.openxmlformats.org/officeDocument/2006/relationships/image"/><Relationship Id="rId16" Target="../media/image244.png" Type="http://schemas.openxmlformats.org/officeDocument/2006/relationships/image"/><Relationship Id="rId17" Target="../media/image245.svg" Type="http://schemas.openxmlformats.org/officeDocument/2006/relationships/image"/><Relationship Id="rId18" Target="../media/image246.png" Type="http://schemas.openxmlformats.org/officeDocument/2006/relationships/image"/><Relationship Id="rId19" Target="../media/image247.svg" Type="http://schemas.openxmlformats.org/officeDocument/2006/relationships/image"/><Relationship Id="rId2" Target="../media/image48.png" Type="http://schemas.openxmlformats.org/officeDocument/2006/relationships/image"/><Relationship Id="rId20" Target="../media/image248.png" Type="http://schemas.openxmlformats.org/officeDocument/2006/relationships/image"/><Relationship Id="rId21" Target="../media/image249.png" Type="http://schemas.openxmlformats.org/officeDocument/2006/relationships/image"/><Relationship Id="rId22" Target="../media/image250.svg" Type="http://schemas.openxmlformats.org/officeDocument/2006/relationships/image"/><Relationship Id="rId23" Target="../media/image251.png" Type="http://schemas.openxmlformats.org/officeDocument/2006/relationships/image"/><Relationship Id="rId24" Target="../media/image252.svg" Type="http://schemas.openxmlformats.org/officeDocument/2006/relationships/image"/><Relationship Id="rId25" Target="../media/image253.png" Type="http://schemas.openxmlformats.org/officeDocument/2006/relationships/image"/><Relationship Id="rId26" Target="../media/image254.png" Type="http://schemas.openxmlformats.org/officeDocument/2006/relationships/image"/><Relationship Id="rId27" Target="../media/image255.svg" Type="http://schemas.openxmlformats.org/officeDocument/2006/relationships/image"/><Relationship Id="rId28" Target="../media/image256.png" Type="http://schemas.openxmlformats.org/officeDocument/2006/relationships/image"/><Relationship Id="rId29" Target="../media/image257.svg" Type="http://schemas.openxmlformats.org/officeDocument/2006/relationships/image"/><Relationship Id="rId3" Target="../media/image49.svg" Type="http://schemas.openxmlformats.org/officeDocument/2006/relationships/image"/><Relationship Id="rId30" Target="../media/image258.png" Type="http://schemas.openxmlformats.org/officeDocument/2006/relationships/image"/><Relationship Id="rId31" Target="../media/image259.png" Type="http://schemas.openxmlformats.org/officeDocument/2006/relationships/image"/><Relationship Id="rId32" Target="../media/image260.svg" Type="http://schemas.openxmlformats.org/officeDocument/2006/relationships/image"/><Relationship Id="rId33" Target="../media/image261.png" Type="http://schemas.openxmlformats.org/officeDocument/2006/relationships/image"/><Relationship Id="rId34" Target="../media/image262.svg" Type="http://schemas.openxmlformats.org/officeDocument/2006/relationships/image"/><Relationship Id="rId35" Target="../media/image263.png" Type="http://schemas.openxmlformats.org/officeDocument/2006/relationships/image"/><Relationship Id="rId36" Target="../media/image264.svg" Type="http://schemas.openxmlformats.org/officeDocument/2006/relationships/image"/><Relationship Id="rId37" Target="../media/image265.png" Type="http://schemas.openxmlformats.org/officeDocument/2006/relationships/image"/><Relationship Id="rId38" Target="../media/image266.svg" Type="http://schemas.openxmlformats.org/officeDocument/2006/relationships/image"/><Relationship Id="rId39" Target="../media/image267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234.png" Type="http://schemas.openxmlformats.org/officeDocument/2006/relationships/image"/><Relationship Id="rId7" Target="../media/image235.svg" Type="http://schemas.openxmlformats.org/officeDocument/2006/relationships/image"/><Relationship Id="rId8" Target="../media/image236.png" Type="http://schemas.openxmlformats.org/officeDocument/2006/relationships/image"/><Relationship Id="rId9" Target="../media/image23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2.png" Type="http://schemas.openxmlformats.org/officeDocument/2006/relationships/image"/><Relationship Id="rId11" Target="../media/image273.svg" Type="http://schemas.openxmlformats.org/officeDocument/2006/relationships/image"/><Relationship Id="rId12" Target="../media/image274.svg" Type="http://schemas.openxmlformats.org/officeDocument/2006/relationships/image"/><Relationship Id="rId13" Target="../media/image275.svg" Type="http://schemas.openxmlformats.org/officeDocument/2006/relationships/image"/><Relationship Id="rId14" Target="../media/image276.png" Type="http://schemas.openxmlformats.org/officeDocument/2006/relationships/image"/><Relationship Id="rId15" Target="../media/image277.svg" Type="http://schemas.openxmlformats.org/officeDocument/2006/relationships/image"/><Relationship Id="rId16" Target="../media/image102.png" Type="http://schemas.openxmlformats.org/officeDocument/2006/relationships/image"/><Relationship Id="rId17" Target="../media/image278.svg" Type="http://schemas.openxmlformats.org/officeDocument/2006/relationships/image"/><Relationship Id="rId18" Target="../media/image279.png" Type="http://schemas.openxmlformats.org/officeDocument/2006/relationships/image"/><Relationship Id="rId19" Target="../media/image280.svg" Type="http://schemas.openxmlformats.org/officeDocument/2006/relationships/image"/><Relationship Id="rId2" Target="../media/image17.png" Type="http://schemas.openxmlformats.org/officeDocument/2006/relationships/image"/><Relationship Id="rId20" Target="../media/image281.png" Type="http://schemas.openxmlformats.org/officeDocument/2006/relationships/image"/><Relationship Id="rId21" Target="../media/image282.svg" Type="http://schemas.openxmlformats.org/officeDocument/2006/relationships/image"/><Relationship Id="rId22" Target="../media/image283.png" Type="http://schemas.openxmlformats.org/officeDocument/2006/relationships/image"/><Relationship Id="rId23" Target="../media/image284.svg" Type="http://schemas.openxmlformats.org/officeDocument/2006/relationships/image"/><Relationship Id="rId24" Target="../media/image285.png" Type="http://schemas.openxmlformats.org/officeDocument/2006/relationships/image"/><Relationship Id="rId25" Target="../media/image286.svg" Type="http://schemas.openxmlformats.org/officeDocument/2006/relationships/image"/><Relationship Id="rId26" Target="../media/image287.png" Type="http://schemas.openxmlformats.org/officeDocument/2006/relationships/image"/><Relationship Id="rId27" Target="../media/image288.svg" Type="http://schemas.openxmlformats.org/officeDocument/2006/relationships/image"/><Relationship Id="rId28" Target="../media/image289.png" Type="http://schemas.openxmlformats.org/officeDocument/2006/relationships/image"/><Relationship Id="rId29" Target="../media/image290.svg" Type="http://schemas.openxmlformats.org/officeDocument/2006/relationships/image"/><Relationship Id="rId3" Target="../media/image18.svg" Type="http://schemas.openxmlformats.org/officeDocument/2006/relationships/image"/><Relationship Id="rId30" Target="../media/image291.png" Type="http://schemas.openxmlformats.org/officeDocument/2006/relationships/image"/><Relationship Id="rId31" Target="../media/image29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68.png" Type="http://schemas.openxmlformats.org/officeDocument/2006/relationships/image"/><Relationship Id="rId7" Target="../media/image269.svg" Type="http://schemas.openxmlformats.org/officeDocument/2006/relationships/image"/><Relationship Id="rId8" Target="../media/image270.png" Type="http://schemas.openxmlformats.org/officeDocument/2006/relationships/image"/><Relationship Id="rId9" Target="../media/image27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7.png" Type="http://schemas.openxmlformats.org/officeDocument/2006/relationships/image"/><Relationship Id="rId11" Target="../media/image298.svg" Type="http://schemas.openxmlformats.org/officeDocument/2006/relationships/image"/><Relationship Id="rId12" Target="../media/image299.png" Type="http://schemas.openxmlformats.org/officeDocument/2006/relationships/image"/><Relationship Id="rId13" Target="../media/image300.svg" Type="http://schemas.openxmlformats.org/officeDocument/2006/relationships/image"/><Relationship Id="rId14" Target="../media/image301.png" Type="http://schemas.openxmlformats.org/officeDocument/2006/relationships/image"/><Relationship Id="rId15" Target="../media/image302.svg" Type="http://schemas.openxmlformats.org/officeDocument/2006/relationships/image"/><Relationship Id="rId16" Target="../media/image303.png" Type="http://schemas.openxmlformats.org/officeDocument/2006/relationships/image"/><Relationship Id="rId17" Target="../media/image304.svg" Type="http://schemas.openxmlformats.org/officeDocument/2006/relationships/image"/><Relationship Id="rId18" Target="../media/image305.svg" Type="http://schemas.openxmlformats.org/officeDocument/2006/relationships/image"/><Relationship Id="rId19" Target="../media/image306.svg" Type="http://schemas.openxmlformats.org/officeDocument/2006/relationships/image"/><Relationship Id="rId2" Target="../media/image17.png" Type="http://schemas.openxmlformats.org/officeDocument/2006/relationships/image"/><Relationship Id="rId20" Target="../media/image307.png" Type="http://schemas.openxmlformats.org/officeDocument/2006/relationships/image"/><Relationship Id="rId21" Target="../media/image308.svg" Type="http://schemas.openxmlformats.org/officeDocument/2006/relationships/image"/><Relationship Id="rId22" Target="../media/image309.svg" Type="http://schemas.openxmlformats.org/officeDocument/2006/relationships/image"/><Relationship Id="rId23" Target="../media/image310.png" Type="http://schemas.openxmlformats.org/officeDocument/2006/relationships/image"/><Relationship Id="rId24" Target="../media/image311.svg" Type="http://schemas.openxmlformats.org/officeDocument/2006/relationships/image"/><Relationship Id="rId25" Target="../media/image312.png" Type="http://schemas.openxmlformats.org/officeDocument/2006/relationships/image"/><Relationship Id="rId26" Target="../media/image313.svg" Type="http://schemas.openxmlformats.org/officeDocument/2006/relationships/image"/><Relationship Id="rId27" Target="../media/image314.png" Type="http://schemas.openxmlformats.org/officeDocument/2006/relationships/image"/><Relationship Id="rId28" Target="../media/image315.svg" Type="http://schemas.openxmlformats.org/officeDocument/2006/relationships/image"/><Relationship Id="rId29" Target="../media/image316.svg" Type="http://schemas.openxmlformats.org/officeDocument/2006/relationships/image"/><Relationship Id="rId3" Target="../media/image18.svg" Type="http://schemas.openxmlformats.org/officeDocument/2006/relationships/image"/><Relationship Id="rId30" Target="../media/image317.png" Type="http://schemas.openxmlformats.org/officeDocument/2006/relationships/image"/><Relationship Id="rId31" Target="../media/image3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93.png" Type="http://schemas.openxmlformats.org/officeDocument/2006/relationships/image"/><Relationship Id="rId7" Target="../media/image294.svg" Type="http://schemas.openxmlformats.org/officeDocument/2006/relationships/image"/><Relationship Id="rId8" Target="../media/image295.png" Type="http://schemas.openxmlformats.org/officeDocument/2006/relationships/image"/><Relationship Id="rId9" Target="../media/image29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3.png" Type="http://schemas.openxmlformats.org/officeDocument/2006/relationships/image"/><Relationship Id="rId11" Target="../media/image323.svg" Type="http://schemas.openxmlformats.org/officeDocument/2006/relationships/image"/><Relationship Id="rId12" Target="../media/image94.png" Type="http://schemas.openxmlformats.org/officeDocument/2006/relationships/image"/><Relationship Id="rId13" Target="../media/image324.svg" Type="http://schemas.openxmlformats.org/officeDocument/2006/relationships/image"/><Relationship Id="rId14" Target="../media/image325.svg" Type="http://schemas.openxmlformats.org/officeDocument/2006/relationships/image"/><Relationship Id="rId15" Target="../media/image97.png" Type="http://schemas.openxmlformats.org/officeDocument/2006/relationships/image"/><Relationship Id="rId16" Target="../media/image326.svg" Type="http://schemas.openxmlformats.org/officeDocument/2006/relationships/image"/><Relationship Id="rId17" Target="../media/image99.png" Type="http://schemas.openxmlformats.org/officeDocument/2006/relationships/image"/><Relationship Id="rId18" Target="../media/image327.svg" Type="http://schemas.openxmlformats.org/officeDocument/2006/relationships/image"/><Relationship Id="rId19" Target="../media/image191.png" Type="http://schemas.openxmlformats.org/officeDocument/2006/relationships/image"/><Relationship Id="rId2" Target="../media/image17.png" Type="http://schemas.openxmlformats.org/officeDocument/2006/relationships/image"/><Relationship Id="rId20" Target="../media/image328.svg" Type="http://schemas.openxmlformats.org/officeDocument/2006/relationships/image"/><Relationship Id="rId21" Target="../media/image329.png" Type="http://schemas.openxmlformats.org/officeDocument/2006/relationships/image"/><Relationship Id="rId22" Target="../media/image330.svg" Type="http://schemas.openxmlformats.org/officeDocument/2006/relationships/image"/><Relationship Id="rId23" Target="../media/image331.svg" Type="http://schemas.openxmlformats.org/officeDocument/2006/relationships/image"/><Relationship Id="rId24" Target="../media/image332.svg" Type="http://schemas.openxmlformats.org/officeDocument/2006/relationships/image"/><Relationship Id="rId25" Target="../media/image333.png" Type="http://schemas.openxmlformats.org/officeDocument/2006/relationships/image"/><Relationship Id="rId26" Target="../media/image334.svg" Type="http://schemas.openxmlformats.org/officeDocument/2006/relationships/image"/><Relationship Id="rId27" Target="../media/image335.png" Type="http://schemas.openxmlformats.org/officeDocument/2006/relationships/image"/><Relationship Id="rId28" Target="../media/image336.sv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319.png" Type="http://schemas.openxmlformats.org/officeDocument/2006/relationships/image"/><Relationship Id="rId7" Target="../media/image320.svg" Type="http://schemas.openxmlformats.org/officeDocument/2006/relationships/image"/><Relationship Id="rId8" Target="../media/image321.png" Type="http://schemas.openxmlformats.org/officeDocument/2006/relationships/image"/><Relationship Id="rId9" Target="../media/image32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1.png" Type="http://schemas.openxmlformats.org/officeDocument/2006/relationships/image"/><Relationship Id="rId11" Target="../media/image342.svg" Type="http://schemas.openxmlformats.org/officeDocument/2006/relationships/image"/><Relationship Id="rId12" Target="../media/image343.svg" Type="http://schemas.openxmlformats.org/officeDocument/2006/relationships/image"/><Relationship Id="rId13" Target="../media/image344.svg" Type="http://schemas.openxmlformats.org/officeDocument/2006/relationships/image"/><Relationship Id="rId14" Target="../media/image345.svg" Type="http://schemas.openxmlformats.org/officeDocument/2006/relationships/image"/><Relationship Id="rId15" Target="../media/image346.svg" Type="http://schemas.openxmlformats.org/officeDocument/2006/relationships/image"/><Relationship Id="rId16" Target="../media/image347.svg" Type="http://schemas.openxmlformats.org/officeDocument/2006/relationships/image"/><Relationship Id="rId17" Target="../media/image348.svg" Type="http://schemas.openxmlformats.org/officeDocument/2006/relationships/image"/><Relationship Id="rId18" Target="../media/image349.svg" Type="http://schemas.openxmlformats.org/officeDocument/2006/relationships/image"/><Relationship Id="rId19" Target="../media/image350.svg" Type="http://schemas.openxmlformats.org/officeDocument/2006/relationships/image"/><Relationship Id="rId2" Target="../media/image17.png" Type="http://schemas.openxmlformats.org/officeDocument/2006/relationships/image"/><Relationship Id="rId20" Target="../media/image351.svg" Type="http://schemas.openxmlformats.org/officeDocument/2006/relationships/image"/><Relationship Id="rId21" Target="../media/image352.svg" Type="http://schemas.openxmlformats.org/officeDocument/2006/relationships/image"/><Relationship Id="rId22" Target="../media/image353.svg" Type="http://schemas.openxmlformats.org/officeDocument/2006/relationships/image"/><Relationship Id="rId23" Target="../media/image354.svg" Type="http://schemas.openxmlformats.org/officeDocument/2006/relationships/image"/><Relationship Id="rId24" Target="../media/image355.svg" Type="http://schemas.openxmlformats.org/officeDocument/2006/relationships/image"/><Relationship Id="rId25" Target="../media/image356.svg" Type="http://schemas.openxmlformats.org/officeDocument/2006/relationships/image"/><Relationship Id="rId26" Target="../media/image357.png" Type="http://schemas.openxmlformats.org/officeDocument/2006/relationships/image"/><Relationship Id="rId27" Target="../media/image358.svg" Type="http://schemas.openxmlformats.org/officeDocument/2006/relationships/image"/><Relationship Id="rId28" Target="../media/image359.png" Type="http://schemas.openxmlformats.org/officeDocument/2006/relationships/image"/><Relationship Id="rId29" Target="../media/image360.svg" Type="http://schemas.openxmlformats.org/officeDocument/2006/relationships/image"/><Relationship Id="rId3" Target="../media/image18.svg" Type="http://schemas.openxmlformats.org/officeDocument/2006/relationships/image"/><Relationship Id="rId30" Target="../media/image361.png" Type="http://schemas.openxmlformats.org/officeDocument/2006/relationships/image"/><Relationship Id="rId31" Target="../media/image362.svg" Type="http://schemas.openxmlformats.org/officeDocument/2006/relationships/image"/><Relationship Id="rId32" Target="../media/image363.svg" Type="http://schemas.openxmlformats.org/officeDocument/2006/relationships/image"/><Relationship Id="rId33" Target="../media/image364.svg" Type="http://schemas.openxmlformats.org/officeDocument/2006/relationships/image"/><Relationship Id="rId34" Target="../media/image365.svg" Type="http://schemas.openxmlformats.org/officeDocument/2006/relationships/image"/><Relationship Id="rId35" Target="../media/image366.svg" Type="http://schemas.openxmlformats.org/officeDocument/2006/relationships/image"/><Relationship Id="rId36" Target="../media/image367.svg" Type="http://schemas.openxmlformats.org/officeDocument/2006/relationships/image"/><Relationship Id="rId37" Target="../media/image368.svg" Type="http://schemas.openxmlformats.org/officeDocument/2006/relationships/image"/><Relationship Id="rId38" Target="../media/image369.svg" Type="http://schemas.openxmlformats.org/officeDocument/2006/relationships/image"/><Relationship Id="rId39" Target="../media/image370.svg" Type="http://schemas.openxmlformats.org/officeDocument/2006/relationships/image"/><Relationship Id="rId4" Target="../media/image19.png" Type="http://schemas.openxmlformats.org/officeDocument/2006/relationships/image"/><Relationship Id="rId40" Target="../media/image371.svg" Type="http://schemas.openxmlformats.org/officeDocument/2006/relationships/image"/><Relationship Id="rId41" Target="../media/image372.svg" Type="http://schemas.openxmlformats.org/officeDocument/2006/relationships/image"/><Relationship Id="rId5" Target="../media/image20.svg" Type="http://schemas.openxmlformats.org/officeDocument/2006/relationships/image"/><Relationship Id="rId6" Target="../media/image337.png" Type="http://schemas.openxmlformats.org/officeDocument/2006/relationships/image"/><Relationship Id="rId7" Target="../media/image338.svg" Type="http://schemas.openxmlformats.org/officeDocument/2006/relationships/image"/><Relationship Id="rId8" Target="../media/image339.png" Type="http://schemas.openxmlformats.org/officeDocument/2006/relationships/image"/><Relationship Id="rId9" Target="../media/image34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7.png" Type="http://schemas.openxmlformats.org/officeDocument/2006/relationships/image"/><Relationship Id="rId11" Target="../media/image378.png" Type="http://schemas.openxmlformats.org/officeDocument/2006/relationships/image"/><Relationship Id="rId12" Target="../media/image379.svg" Type="http://schemas.openxmlformats.org/officeDocument/2006/relationships/image"/><Relationship Id="rId13" Target="../media/image380.png" Type="http://schemas.openxmlformats.org/officeDocument/2006/relationships/image"/><Relationship Id="rId14" Target="../media/image381.svg" Type="http://schemas.openxmlformats.org/officeDocument/2006/relationships/image"/><Relationship Id="rId15" Target="../media/image382.png" Type="http://schemas.openxmlformats.org/officeDocument/2006/relationships/image"/><Relationship Id="rId16" Target="../media/image383.png" Type="http://schemas.openxmlformats.org/officeDocument/2006/relationships/image"/><Relationship Id="rId17" Target="../media/image384.svg" Type="http://schemas.openxmlformats.org/officeDocument/2006/relationships/image"/><Relationship Id="rId18" Target="../media/image385.png" Type="http://schemas.openxmlformats.org/officeDocument/2006/relationships/image"/><Relationship Id="rId19" Target="../media/image386.svg" Type="http://schemas.openxmlformats.org/officeDocument/2006/relationships/image"/><Relationship Id="rId2" Target="../media/image48.png" Type="http://schemas.openxmlformats.org/officeDocument/2006/relationships/image"/><Relationship Id="rId20" Target="../media/image387.png" Type="http://schemas.openxmlformats.org/officeDocument/2006/relationships/image"/><Relationship Id="rId21" Target="../media/image388.png" Type="http://schemas.openxmlformats.org/officeDocument/2006/relationships/image"/><Relationship Id="rId22" Target="../media/image389.svg" Type="http://schemas.openxmlformats.org/officeDocument/2006/relationships/image"/><Relationship Id="rId23" Target="../media/image390.png" Type="http://schemas.openxmlformats.org/officeDocument/2006/relationships/image"/><Relationship Id="rId24" Target="../media/image391.svg" Type="http://schemas.openxmlformats.org/officeDocument/2006/relationships/image"/><Relationship Id="rId25" Target="../media/image392.png" Type="http://schemas.openxmlformats.org/officeDocument/2006/relationships/image"/><Relationship Id="rId26" Target="../media/image393.png" Type="http://schemas.openxmlformats.org/officeDocument/2006/relationships/image"/><Relationship Id="rId27" Target="../media/image394.svg" Type="http://schemas.openxmlformats.org/officeDocument/2006/relationships/image"/><Relationship Id="rId28" Target="../media/image395.png" Type="http://schemas.openxmlformats.org/officeDocument/2006/relationships/image"/><Relationship Id="rId29" Target="../media/image396.svg" Type="http://schemas.openxmlformats.org/officeDocument/2006/relationships/image"/><Relationship Id="rId3" Target="../media/image49.svg" Type="http://schemas.openxmlformats.org/officeDocument/2006/relationships/image"/><Relationship Id="rId30" Target="../media/image397.pn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373.png" Type="http://schemas.openxmlformats.org/officeDocument/2006/relationships/image"/><Relationship Id="rId7" Target="../media/image374.svg" Type="http://schemas.openxmlformats.org/officeDocument/2006/relationships/image"/><Relationship Id="rId8" Target="../media/image375.png" Type="http://schemas.openxmlformats.org/officeDocument/2006/relationships/image"/><Relationship Id="rId9" Target="../media/image37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98.png" Type="http://schemas.openxmlformats.org/officeDocument/2006/relationships/image"/><Relationship Id="rId5" Target="../media/image399.svg" Type="http://schemas.openxmlformats.org/officeDocument/2006/relationships/image"/><Relationship Id="rId6" Target="../media/image40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762"/>
            <a:ext cx="9144000" cy="5143500"/>
            <a:chOff x="0" y="0"/>
            <a:chExt cx="24384000" cy="137119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1936"/>
            </a:xfrm>
            <a:custGeom>
              <a:avLst/>
              <a:gdLst/>
              <a:ahLst/>
              <a:cxnLst/>
              <a:rect r="r" b="b" t="t" l="l"/>
              <a:pathLst>
                <a:path h="13711936" w="24384000">
                  <a:moveTo>
                    <a:pt x="24384000" y="0"/>
                  </a:moveTo>
                  <a:lnTo>
                    <a:pt x="24384000" y="13711937"/>
                  </a:lnTo>
                  <a:lnTo>
                    <a:pt x="0" y="13711937"/>
                  </a:lnTo>
                  <a:lnTo>
                    <a:pt x="0" y="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9144000" cy="51435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0"/>
                  </a:move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F4F7FB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8572" y="-7144"/>
            <a:ext cx="3857625" cy="5157788"/>
          </a:xfrm>
          <a:custGeom>
            <a:avLst/>
            <a:gdLst/>
            <a:ahLst/>
            <a:cxnLst/>
            <a:rect r="r" b="b" t="t" l="l"/>
            <a:pathLst>
              <a:path h="5157788" w="3857625">
                <a:moveTo>
                  <a:pt x="0" y="0"/>
                </a:moveTo>
                <a:lnTo>
                  <a:pt x="3857624" y="0"/>
                </a:lnTo>
                <a:lnTo>
                  <a:pt x="3857624" y="5157788"/>
                </a:lnTo>
                <a:lnTo>
                  <a:pt x="0" y="51577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55784" y="-372904"/>
            <a:ext cx="1843088" cy="1843088"/>
          </a:xfrm>
          <a:custGeom>
            <a:avLst/>
            <a:gdLst/>
            <a:ahLst/>
            <a:cxnLst/>
            <a:rect r="r" b="b" t="t" l="l"/>
            <a:pathLst>
              <a:path h="1843088" w="1843088">
                <a:moveTo>
                  <a:pt x="0" y="0"/>
                </a:moveTo>
                <a:lnTo>
                  <a:pt x="1843088" y="0"/>
                </a:lnTo>
                <a:lnTo>
                  <a:pt x="1843088" y="1843088"/>
                </a:lnTo>
                <a:lnTo>
                  <a:pt x="0" y="1843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89246" y="510759"/>
            <a:ext cx="661988" cy="661988"/>
            <a:chOff x="0" y="0"/>
            <a:chExt cx="882650" cy="8826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82650" cy="882650"/>
            </a:xfrm>
            <a:custGeom>
              <a:avLst/>
              <a:gdLst/>
              <a:ahLst/>
              <a:cxnLst/>
              <a:rect r="r" b="b" t="t" l="l"/>
              <a:pathLst>
                <a:path h="882650" w="882650">
                  <a:moveTo>
                    <a:pt x="0" y="0"/>
                  </a:moveTo>
                  <a:lnTo>
                    <a:pt x="882650" y="0"/>
                  </a:lnTo>
                  <a:lnTo>
                    <a:pt x="882650" y="882650"/>
                  </a:lnTo>
                  <a:lnTo>
                    <a:pt x="0" y="882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541496" y="2168366"/>
            <a:ext cx="2757488" cy="52388"/>
          </a:xfrm>
          <a:custGeom>
            <a:avLst/>
            <a:gdLst/>
            <a:ahLst/>
            <a:cxnLst/>
            <a:rect r="r" b="b" t="t" l="l"/>
            <a:pathLst>
              <a:path h="52388" w="2757488">
                <a:moveTo>
                  <a:pt x="0" y="0"/>
                </a:moveTo>
                <a:lnTo>
                  <a:pt x="2757488" y="0"/>
                </a:lnTo>
                <a:lnTo>
                  <a:pt x="27574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41496" y="3512534"/>
            <a:ext cx="2757488" cy="52388"/>
          </a:xfrm>
          <a:custGeom>
            <a:avLst/>
            <a:gdLst/>
            <a:ahLst/>
            <a:cxnLst/>
            <a:rect r="r" b="b" t="t" l="l"/>
            <a:pathLst>
              <a:path h="52388" w="2757488">
                <a:moveTo>
                  <a:pt x="0" y="0"/>
                </a:moveTo>
                <a:lnTo>
                  <a:pt x="2757488" y="0"/>
                </a:lnTo>
                <a:lnTo>
                  <a:pt x="27574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107656" y="2570702"/>
            <a:ext cx="4129088" cy="52388"/>
          </a:xfrm>
          <a:custGeom>
            <a:avLst/>
            <a:gdLst/>
            <a:ahLst/>
            <a:cxnLst/>
            <a:rect r="r" b="b" t="t" l="l"/>
            <a:pathLst>
              <a:path h="52388" w="4129088">
                <a:moveTo>
                  <a:pt x="0" y="0"/>
                </a:moveTo>
                <a:lnTo>
                  <a:pt x="4129088" y="0"/>
                </a:lnTo>
                <a:lnTo>
                  <a:pt x="4129088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107180" y="3741325"/>
            <a:ext cx="838200" cy="271462"/>
          </a:xfrm>
          <a:custGeom>
            <a:avLst/>
            <a:gdLst/>
            <a:ahLst/>
            <a:cxnLst/>
            <a:rect r="r" b="b" t="t" l="l"/>
            <a:pathLst>
              <a:path h="271462" w="838200">
                <a:moveTo>
                  <a:pt x="0" y="0"/>
                </a:moveTo>
                <a:lnTo>
                  <a:pt x="838200" y="0"/>
                </a:lnTo>
                <a:lnTo>
                  <a:pt x="838200" y="271462"/>
                </a:lnTo>
                <a:lnTo>
                  <a:pt x="0" y="2714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039868" y="3741325"/>
            <a:ext cx="838200" cy="271462"/>
          </a:xfrm>
          <a:custGeom>
            <a:avLst/>
            <a:gdLst/>
            <a:ahLst/>
            <a:cxnLst/>
            <a:rect r="r" b="b" t="t" l="l"/>
            <a:pathLst>
              <a:path h="271462" w="838200">
                <a:moveTo>
                  <a:pt x="0" y="0"/>
                </a:moveTo>
                <a:lnTo>
                  <a:pt x="838200" y="0"/>
                </a:lnTo>
                <a:lnTo>
                  <a:pt x="838200" y="271462"/>
                </a:lnTo>
                <a:lnTo>
                  <a:pt x="0" y="2714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972556" y="3741325"/>
            <a:ext cx="838200" cy="271462"/>
          </a:xfrm>
          <a:custGeom>
            <a:avLst/>
            <a:gdLst/>
            <a:ahLst/>
            <a:cxnLst/>
            <a:rect r="r" b="b" t="t" l="l"/>
            <a:pathLst>
              <a:path h="271462" w="838200">
                <a:moveTo>
                  <a:pt x="0" y="0"/>
                </a:moveTo>
                <a:lnTo>
                  <a:pt x="838200" y="0"/>
                </a:lnTo>
                <a:lnTo>
                  <a:pt x="838200" y="271462"/>
                </a:lnTo>
                <a:lnTo>
                  <a:pt x="0" y="2714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905244" y="3741325"/>
            <a:ext cx="838200" cy="271462"/>
          </a:xfrm>
          <a:custGeom>
            <a:avLst/>
            <a:gdLst/>
            <a:ahLst/>
            <a:cxnLst/>
            <a:rect r="r" b="b" t="t" l="l"/>
            <a:pathLst>
              <a:path h="271462" w="838200">
                <a:moveTo>
                  <a:pt x="0" y="0"/>
                </a:moveTo>
                <a:lnTo>
                  <a:pt x="838200" y="0"/>
                </a:lnTo>
                <a:lnTo>
                  <a:pt x="838200" y="271462"/>
                </a:lnTo>
                <a:lnTo>
                  <a:pt x="0" y="2714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837932" y="3741325"/>
            <a:ext cx="838200" cy="271462"/>
          </a:xfrm>
          <a:custGeom>
            <a:avLst/>
            <a:gdLst/>
            <a:ahLst/>
            <a:cxnLst/>
            <a:rect r="r" b="b" t="t" l="l"/>
            <a:pathLst>
              <a:path h="271462" w="838200">
                <a:moveTo>
                  <a:pt x="0" y="0"/>
                </a:moveTo>
                <a:lnTo>
                  <a:pt x="838200" y="0"/>
                </a:lnTo>
                <a:lnTo>
                  <a:pt x="838200" y="271462"/>
                </a:lnTo>
                <a:lnTo>
                  <a:pt x="0" y="2714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89399" y="178308"/>
            <a:ext cx="1286285" cy="178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62"/>
              </a:lnSpc>
            </a:pPr>
            <a:r>
              <a:rPr lang="en-US" sz="5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🏥</a:t>
            </a:r>
          </a:p>
          <a:p>
            <a:pPr algn="ctr">
              <a:lnSpc>
                <a:spcPts val="2419"/>
              </a:lnSpc>
            </a:pPr>
            <a:r>
              <a:rPr lang="en-US" b="true" sz="15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MediSoft HBYS</a:t>
            </a:r>
          </a:p>
          <a:p>
            <a:pPr algn="ctr">
              <a:lnSpc>
                <a:spcPts val="2499"/>
              </a:lnSpc>
            </a:pPr>
            <a:r>
              <a:rPr lang="en-US" sz="999" i="true">
                <a:solidFill>
                  <a:srgbClr val="BBDEF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02731" y="1799720"/>
            <a:ext cx="852373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i="true">
                <a:solidFill>
                  <a:srgbClr val="BBDEF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Merkez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BBDEF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Hastane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60821" y="2347884"/>
            <a:ext cx="937508" cy="445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Betül Korkmaz</a:t>
            </a:r>
          </a:p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BBDEFB"/>
                </a:solidFill>
                <a:latin typeface="Calibri (MS)"/>
                <a:ea typeface="Calibri (MS)"/>
                <a:cs typeface="Calibri (MS)"/>
                <a:sym typeface="Calibri (MS)"/>
              </a:rPr>
              <a:t>2120100200113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38548" y="2923956"/>
            <a:ext cx="1186005" cy="445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Fatma Zehra Bestil</a:t>
            </a:r>
          </a:p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BBDEFB"/>
                </a:solidFill>
                <a:latin typeface="Calibri (MS)"/>
                <a:ea typeface="Calibri (MS)"/>
                <a:cs typeface="Calibri (MS)"/>
                <a:sym typeface="Calibri (MS)"/>
              </a:rPr>
              <a:t>212010020058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062" y="3639322"/>
            <a:ext cx="1818789" cy="46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900">
                <a:solidFill>
                  <a:srgbClr val="BBDEFB"/>
                </a:solidFill>
                <a:latin typeface="Calibri (MS)"/>
                <a:ea typeface="Calibri (MS)"/>
                <a:cs typeface="Calibri (MS)"/>
                <a:sym typeface="Calibri (MS)"/>
              </a:rPr>
              <a:t>Konya Food and Agriculture University </a:t>
            </a:r>
            <a:r>
              <a:rPr lang="en-US" sz="900" i="true">
                <a:solidFill>
                  <a:srgbClr val="90CAF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Computer Engineering | May 2026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14800" y="1075744"/>
            <a:ext cx="3908250" cy="1356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1"/>
              </a:lnSpc>
            </a:pPr>
            <a:r>
              <a:rPr lang="en-US" b="true" sz="3199">
                <a:solidFill>
                  <a:srgbClr val="1A23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Hospital Management System</a:t>
            </a:r>
            <a:r>
              <a:rPr lang="en-US" sz="3199">
                <a:solidFill>
                  <a:srgbClr val="1976D2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2369"/>
              </a:lnSpc>
            </a:pPr>
            <a:r>
              <a:rPr lang="en-US" sz="1999">
                <a:solidFill>
                  <a:srgbClr val="1976D2"/>
                </a:solidFill>
                <a:latin typeface="Calibri (MS)"/>
                <a:ea typeface="Calibri (MS)"/>
                <a:cs typeface="Calibri (MS)"/>
                <a:sym typeface="Calibri (MS)"/>
              </a:rPr>
              <a:t>Microservices</a:t>
            </a:r>
            <a:r>
              <a:rPr lang="en-US" sz="19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999">
                <a:solidFill>
                  <a:srgbClr val="1976D2"/>
                </a:solidFill>
                <a:latin typeface="Calibri (MS)"/>
                <a:ea typeface="Calibri (MS)"/>
                <a:cs typeface="Calibri (MS)"/>
                <a:sym typeface="Calibri (MS)"/>
              </a:rPr>
              <a:t>Architecture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114800" y="2824734"/>
            <a:ext cx="2255710" cy="441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12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 Polyglot Microservices Hospital Information System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96889" y="3772138"/>
            <a:ext cx="469763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1565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Spring Boot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251009" y="3772138"/>
            <a:ext cx="426806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1565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Spark Java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161465" y="3772138"/>
            <a:ext cx="473307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1565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Dropwizard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204491" y="3772138"/>
            <a:ext cx="246697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1565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Vert.x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45904" y="3772138"/>
            <a:ext cx="228695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1565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5141976"/>
            <a:chOff x="0" y="0"/>
            <a:chExt cx="38100000" cy="21424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00000" cy="21424900"/>
            </a:xfrm>
            <a:custGeom>
              <a:avLst/>
              <a:gdLst/>
              <a:ahLst/>
              <a:cxnLst/>
              <a:rect r="r" b="b" t="t" l="l"/>
              <a:pathLst>
                <a:path h="21424900" w="38100000">
                  <a:moveTo>
                    <a:pt x="38100000" y="0"/>
                  </a:moveTo>
                  <a:lnTo>
                    <a:pt x="38100000" y="21424900"/>
                  </a:lnTo>
                  <a:lnTo>
                    <a:pt x="0" y="21424900"/>
                  </a:lnTo>
                  <a:lnTo>
                    <a:pt x="0" y="0"/>
                  </a:lnTo>
                  <a:lnTo>
                    <a:pt x="381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762"/>
            <a:ext cx="9144000" cy="5145024"/>
            <a:chOff x="0" y="0"/>
            <a:chExt cx="38100000" cy="21431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100000" cy="21431250"/>
            </a:xfrm>
            <a:custGeom>
              <a:avLst/>
              <a:gdLst/>
              <a:ahLst/>
              <a:cxnLst/>
              <a:rect r="r" b="b" t="t" l="l"/>
              <a:pathLst>
                <a:path h="21431250" w="38100000">
                  <a:moveTo>
                    <a:pt x="38100000" y="0"/>
                  </a:moveTo>
                  <a:lnTo>
                    <a:pt x="38100000" y="21431250"/>
                  </a:lnTo>
                  <a:lnTo>
                    <a:pt x="0" y="21431250"/>
                  </a:lnTo>
                  <a:lnTo>
                    <a:pt x="0" y="0"/>
                  </a:lnTo>
                  <a:lnTo>
                    <a:pt x="381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7620" y="-7620"/>
            <a:ext cx="9159240" cy="518160"/>
          </a:xfrm>
          <a:custGeom>
            <a:avLst/>
            <a:gdLst/>
            <a:ahLst/>
            <a:cxnLst/>
            <a:rect r="r" b="b" t="t" l="l"/>
            <a:pathLst>
              <a:path h="518160" w="9159240">
                <a:moveTo>
                  <a:pt x="0" y="0"/>
                </a:moveTo>
                <a:lnTo>
                  <a:pt x="9159240" y="0"/>
                </a:lnTo>
                <a:lnTo>
                  <a:pt x="9159240" y="518160"/>
                </a:lnTo>
                <a:lnTo>
                  <a:pt x="0" y="5181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96300" y="4792980"/>
            <a:ext cx="381000" cy="243840"/>
          </a:xfrm>
          <a:custGeom>
            <a:avLst/>
            <a:gdLst/>
            <a:ahLst/>
            <a:cxnLst/>
            <a:rect r="r" b="b" t="t" l="l"/>
            <a:pathLst>
              <a:path h="243840" w="381000">
                <a:moveTo>
                  <a:pt x="0" y="0"/>
                </a:moveTo>
                <a:lnTo>
                  <a:pt x="381000" y="0"/>
                </a:lnTo>
                <a:lnTo>
                  <a:pt x="381000" y="243840"/>
                </a:lnTo>
                <a:lnTo>
                  <a:pt x="0" y="2438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8140" y="998220"/>
            <a:ext cx="490728" cy="435864"/>
          </a:xfrm>
          <a:custGeom>
            <a:avLst/>
            <a:gdLst/>
            <a:ahLst/>
            <a:cxnLst/>
            <a:rect r="r" b="b" t="t" l="l"/>
            <a:pathLst>
              <a:path h="435864" w="490728">
                <a:moveTo>
                  <a:pt x="0" y="0"/>
                </a:moveTo>
                <a:lnTo>
                  <a:pt x="490728" y="0"/>
                </a:lnTo>
                <a:lnTo>
                  <a:pt x="490728" y="435864"/>
                </a:lnTo>
                <a:lnTo>
                  <a:pt x="0" y="435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79348" y="998220"/>
            <a:ext cx="3764280" cy="435864"/>
          </a:xfrm>
          <a:custGeom>
            <a:avLst/>
            <a:gdLst/>
            <a:ahLst/>
            <a:cxnLst/>
            <a:rect r="r" b="b" t="t" l="l"/>
            <a:pathLst>
              <a:path h="435864" w="3764280">
                <a:moveTo>
                  <a:pt x="0" y="0"/>
                </a:moveTo>
                <a:lnTo>
                  <a:pt x="3764280" y="0"/>
                </a:lnTo>
                <a:lnTo>
                  <a:pt x="3764280" y="435864"/>
                </a:lnTo>
                <a:lnTo>
                  <a:pt x="0" y="4358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58140" y="1656588"/>
            <a:ext cx="490728" cy="435864"/>
          </a:xfrm>
          <a:custGeom>
            <a:avLst/>
            <a:gdLst/>
            <a:ahLst/>
            <a:cxnLst/>
            <a:rect r="r" b="b" t="t" l="l"/>
            <a:pathLst>
              <a:path h="435864" w="490728">
                <a:moveTo>
                  <a:pt x="0" y="0"/>
                </a:moveTo>
                <a:lnTo>
                  <a:pt x="490728" y="0"/>
                </a:lnTo>
                <a:lnTo>
                  <a:pt x="490728" y="435864"/>
                </a:lnTo>
                <a:lnTo>
                  <a:pt x="0" y="435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79348" y="1656588"/>
            <a:ext cx="3764280" cy="435864"/>
          </a:xfrm>
          <a:custGeom>
            <a:avLst/>
            <a:gdLst/>
            <a:ahLst/>
            <a:cxnLst/>
            <a:rect r="r" b="b" t="t" l="l"/>
            <a:pathLst>
              <a:path h="435864" w="3764280">
                <a:moveTo>
                  <a:pt x="0" y="0"/>
                </a:moveTo>
                <a:lnTo>
                  <a:pt x="3764280" y="0"/>
                </a:lnTo>
                <a:lnTo>
                  <a:pt x="3764280" y="435864"/>
                </a:lnTo>
                <a:lnTo>
                  <a:pt x="0" y="4358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58140" y="2314956"/>
            <a:ext cx="490728" cy="435864"/>
          </a:xfrm>
          <a:custGeom>
            <a:avLst/>
            <a:gdLst/>
            <a:ahLst/>
            <a:cxnLst/>
            <a:rect r="r" b="b" t="t" l="l"/>
            <a:pathLst>
              <a:path h="435864" w="490728">
                <a:moveTo>
                  <a:pt x="0" y="0"/>
                </a:moveTo>
                <a:lnTo>
                  <a:pt x="490728" y="0"/>
                </a:lnTo>
                <a:lnTo>
                  <a:pt x="490728" y="435864"/>
                </a:lnTo>
                <a:lnTo>
                  <a:pt x="0" y="435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79348" y="2314956"/>
            <a:ext cx="3764280" cy="435864"/>
          </a:xfrm>
          <a:custGeom>
            <a:avLst/>
            <a:gdLst/>
            <a:ahLst/>
            <a:cxnLst/>
            <a:rect r="r" b="b" t="t" l="l"/>
            <a:pathLst>
              <a:path h="435864" w="3764280">
                <a:moveTo>
                  <a:pt x="0" y="0"/>
                </a:moveTo>
                <a:lnTo>
                  <a:pt x="3764280" y="0"/>
                </a:lnTo>
                <a:lnTo>
                  <a:pt x="3764280" y="435864"/>
                </a:lnTo>
                <a:lnTo>
                  <a:pt x="0" y="4358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58140" y="2973324"/>
            <a:ext cx="490728" cy="435864"/>
          </a:xfrm>
          <a:custGeom>
            <a:avLst/>
            <a:gdLst/>
            <a:ahLst/>
            <a:cxnLst/>
            <a:rect r="r" b="b" t="t" l="l"/>
            <a:pathLst>
              <a:path h="435864" w="490728">
                <a:moveTo>
                  <a:pt x="0" y="0"/>
                </a:moveTo>
                <a:lnTo>
                  <a:pt x="490728" y="0"/>
                </a:lnTo>
                <a:lnTo>
                  <a:pt x="490728" y="435864"/>
                </a:lnTo>
                <a:lnTo>
                  <a:pt x="0" y="435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79348" y="2973324"/>
            <a:ext cx="3764280" cy="435864"/>
          </a:xfrm>
          <a:custGeom>
            <a:avLst/>
            <a:gdLst/>
            <a:ahLst/>
            <a:cxnLst/>
            <a:rect r="r" b="b" t="t" l="l"/>
            <a:pathLst>
              <a:path h="435864" w="3764280">
                <a:moveTo>
                  <a:pt x="0" y="0"/>
                </a:moveTo>
                <a:lnTo>
                  <a:pt x="3764280" y="0"/>
                </a:lnTo>
                <a:lnTo>
                  <a:pt x="3764280" y="435864"/>
                </a:lnTo>
                <a:lnTo>
                  <a:pt x="0" y="4358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58140" y="3631692"/>
            <a:ext cx="490728" cy="435864"/>
          </a:xfrm>
          <a:custGeom>
            <a:avLst/>
            <a:gdLst/>
            <a:ahLst/>
            <a:cxnLst/>
            <a:rect r="r" b="b" t="t" l="l"/>
            <a:pathLst>
              <a:path h="435864" w="490728">
                <a:moveTo>
                  <a:pt x="0" y="0"/>
                </a:moveTo>
                <a:lnTo>
                  <a:pt x="490728" y="0"/>
                </a:lnTo>
                <a:lnTo>
                  <a:pt x="490728" y="435864"/>
                </a:lnTo>
                <a:lnTo>
                  <a:pt x="0" y="435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79348" y="3631692"/>
            <a:ext cx="3764280" cy="435864"/>
          </a:xfrm>
          <a:custGeom>
            <a:avLst/>
            <a:gdLst/>
            <a:ahLst/>
            <a:cxnLst/>
            <a:rect r="r" b="b" t="t" l="l"/>
            <a:pathLst>
              <a:path h="435864" w="3764280">
                <a:moveTo>
                  <a:pt x="0" y="0"/>
                </a:moveTo>
                <a:lnTo>
                  <a:pt x="3764280" y="0"/>
                </a:lnTo>
                <a:lnTo>
                  <a:pt x="3764280" y="435864"/>
                </a:lnTo>
                <a:lnTo>
                  <a:pt x="0" y="4358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58140" y="4290060"/>
            <a:ext cx="490728" cy="435864"/>
          </a:xfrm>
          <a:custGeom>
            <a:avLst/>
            <a:gdLst/>
            <a:ahLst/>
            <a:cxnLst/>
            <a:rect r="r" b="b" t="t" l="l"/>
            <a:pathLst>
              <a:path h="435864" w="490728">
                <a:moveTo>
                  <a:pt x="0" y="0"/>
                </a:moveTo>
                <a:lnTo>
                  <a:pt x="490728" y="0"/>
                </a:lnTo>
                <a:lnTo>
                  <a:pt x="490728" y="435864"/>
                </a:lnTo>
                <a:lnTo>
                  <a:pt x="0" y="4358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79348" y="4290060"/>
            <a:ext cx="3764280" cy="435864"/>
          </a:xfrm>
          <a:custGeom>
            <a:avLst/>
            <a:gdLst/>
            <a:ahLst/>
            <a:cxnLst/>
            <a:rect r="r" b="b" t="t" l="l"/>
            <a:pathLst>
              <a:path h="435864" w="3764280">
                <a:moveTo>
                  <a:pt x="0" y="0"/>
                </a:moveTo>
                <a:lnTo>
                  <a:pt x="3764280" y="0"/>
                </a:lnTo>
                <a:lnTo>
                  <a:pt x="3764280" y="435864"/>
                </a:lnTo>
                <a:lnTo>
                  <a:pt x="0" y="4358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838700" y="998220"/>
            <a:ext cx="490728" cy="435864"/>
          </a:xfrm>
          <a:custGeom>
            <a:avLst/>
            <a:gdLst/>
            <a:ahLst/>
            <a:cxnLst/>
            <a:rect r="r" b="b" t="t" l="l"/>
            <a:pathLst>
              <a:path h="435864" w="490728">
                <a:moveTo>
                  <a:pt x="0" y="0"/>
                </a:moveTo>
                <a:lnTo>
                  <a:pt x="490728" y="0"/>
                </a:lnTo>
                <a:lnTo>
                  <a:pt x="490728" y="435864"/>
                </a:lnTo>
                <a:lnTo>
                  <a:pt x="0" y="43586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359908" y="998220"/>
            <a:ext cx="3764280" cy="435864"/>
          </a:xfrm>
          <a:custGeom>
            <a:avLst/>
            <a:gdLst/>
            <a:ahLst/>
            <a:cxnLst/>
            <a:rect r="r" b="b" t="t" l="l"/>
            <a:pathLst>
              <a:path h="435864" w="3764280">
                <a:moveTo>
                  <a:pt x="0" y="0"/>
                </a:moveTo>
                <a:lnTo>
                  <a:pt x="3764280" y="0"/>
                </a:lnTo>
                <a:lnTo>
                  <a:pt x="3764280" y="435864"/>
                </a:lnTo>
                <a:lnTo>
                  <a:pt x="0" y="4358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838700" y="1656588"/>
            <a:ext cx="490728" cy="435864"/>
          </a:xfrm>
          <a:custGeom>
            <a:avLst/>
            <a:gdLst/>
            <a:ahLst/>
            <a:cxnLst/>
            <a:rect r="r" b="b" t="t" l="l"/>
            <a:pathLst>
              <a:path h="435864" w="490728">
                <a:moveTo>
                  <a:pt x="0" y="0"/>
                </a:moveTo>
                <a:lnTo>
                  <a:pt x="490728" y="0"/>
                </a:lnTo>
                <a:lnTo>
                  <a:pt x="490728" y="435864"/>
                </a:lnTo>
                <a:lnTo>
                  <a:pt x="0" y="43586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359908" y="1656588"/>
            <a:ext cx="3764280" cy="435864"/>
          </a:xfrm>
          <a:custGeom>
            <a:avLst/>
            <a:gdLst/>
            <a:ahLst/>
            <a:cxnLst/>
            <a:rect r="r" b="b" t="t" l="l"/>
            <a:pathLst>
              <a:path h="435864" w="3764280">
                <a:moveTo>
                  <a:pt x="0" y="0"/>
                </a:moveTo>
                <a:lnTo>
                  <a:pt x="3764280" y="0"/>
                </a:lnTo>
                <a:lnTo>
                  <a:pt x="3764280" y="435864"/>
                </a:lnTo>
                <a:lnTo>
                  <a:pt x="0" y="4358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838700" y="2314956"/>
            <a:ext cx="490728" cy="435864"/>
          </a:xfrm>
          <a:custGeom>
            <a:avLst/>
            <a:gdLst/>
            <a:ahLst/>
            <a:cxnLst/>
            <a:rect r="r" b="b" t="t" l="l"/>
            <a:pathLst>
              <a:path h="435864" w="490728">
                <a:moveTo>
                  <a:pt x="0" y="0"/>
                </a:moveTo>
                <a:lnTo>
                  <a:pt x="490728" y="0"/>
                </a:lnTo>
                <a:lnTo>
                  <a:pt x="490728" y="435864"/>
                </a:lnTo>
                <a:lnTo>
                  <a:pt x="0" y="43586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359908" y="2314956"/>
            <a:ext cx="3764280" cy="435864"/>
          </a:xfrm>
          <a:custGeom>
            <a:avLst/>
            <a:gdLst/>
            <a:ahLst/>
            <a:cxnLst/>
            <a:rect r="r" b="b" t="t" l="l"/>
            <a:pathLst>
              <a:path h="435864" w="3764280">
                <a:moveTo>
                  <a:pt x="0" y="0"/>
                </a:moveTo>
                <a:lnTo>
                  <a:pt x="3764280" y="0"/>
                </a:lnTo>
                <a:lnTo>
                  <a:pt x="3764280" y="435864"/>
                </a:lnTo>
                <a:lnTo>
                  <a:pt x="0" y="4358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838700" y="2973324"/>
            <a:ext cx="490728" cy="435864"/>
          </a:xfrm>
          <a:custGeom>
            <a:avLst/>
            <a:gdLst/>
            <a:ahLst/>
            <a:cxnLst/>
            <a:rect r="r" b="b" t="t" l="l"/>
            <a:pathLst>
              <a:path h="435864" w="490728">
                <a:moveTo>
                  <a:pt x="0" y="0"/>
                </a:moveTo>
                <a:lnTo>
                  <a:pt x="490728" y="0"/>
                </a:lnTo>
                <a:lnTo>
                  <a:pt x="490728" y="435864"/>
                </a:lnTo>
                <a:lnTo>
                  <a:pt x="0" y="43586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5359908" y="2973324"/>
            <a:ext cx="3764280" cy="435864"/>
          </a:xfrm>
          <a:custGeom>
            <a:avLst/>
            <a:gdLst/>
            <a:ahLst/>
            <a:cxnLst/>
            <a:rect r="r" b="b" t="t" l="l"/>
            <a:pathLst>
              <a:path h="435864" w="3764280">
                <a:moveTo>
                  <a:pt x="0" y="0"/>
                </a:moveTo>
                <a:lnTo>
                  <a:pt x="3764280" y="0"/>
                </a:lnTo>
                <a:lnTo>
                  <a:pt x="3764280" y="435864"/>
                </a:lnTo>
                <a:lnTo>
                  <a:pt x="0" y="4358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4838700" y="3631692"/>
            <a:ext cx="490728" cy="435864"/>
          </a:xfrm>
          <a:custGeom>
            <a:avLst/>
            <a:gdLst/>
            <a:ahLst/>
            <a:cxnLst/>
            <a:rect r="r" b="b" t="t" l="l"/>
            <a:pathLst>
              <a:path h="435864" w="490728">
                <a:moveTo>
                  <a:pt x="0" y="0"/>
                </a:moveTo>
                <a:lnTo>
                  <a:pt x="490728" y="0"/>
                </a:lnTo>
                <a:lnTo>
                  <a:pt x="490728" y="435864"/>
                </a:lnTo>
                <a:lnTo>
                  <a:pt x="0" y="43586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5359908" y="3631692"/>
            <a:ext cx="3764280" cy="435864"/>
          </a:xfrm>
          <a:custGeom>
            <a:avLst/>
            <a:gdLst/>
            <a:ahLst/>
            <a:cxnLst/>
            <a:rect r="r" b="b" t="t" l="l"/>
            <a:pathLst>
              <a:path h="435864" w="3764280">
                <a:moveTo>
                  <a:pt x="0" y="0"/>
                </a:moveTo>
                <a:lnTo>
                  <a:pt x="3764280" y="0"/>
                </a:lnTo>
                <a:lnTo>
                  <a:pt x="3764280" y="435864"/>
                </a:lnTo>
                <a:lnTo>
                  <a:pt x="0" y="4358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4838700" y="4290060"/>
            <a:ext cx="490728" cy="435864"/>
          </a:xfrm>
          <a:custGeom>
            <a:avLst/>
            <a:gdLst/>
            <a:ahLst/>
            <a:cxnLst/>
            <a:rect r="r" b="b" t="t" l="l"/>
            <a:pathLst>
              <a:path h="435864" w="490728">
                <a:moveTo>
                  <a:pt x="0" y="0"/>
                </a:moveTo>
                <a:lnTo>
                  <a:pt x="490728" y="0"/>
                </a:lnTo>
                <a:lnTo>
                  <a:pt x="490728" y="435864"/>
                </a:lnTo>
                <a:lnTo>
                  <a:pt x="0" y="43586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5359908" y="4290060"/>
            <a:ext cx="3764280" cy="435864"/>
          </a:xfrm>
          <a:custGeom>
            <a:avLst/>
            <a:gdLst/>
            <a:ahLst/>
            <a:cxnLst/>
            <a:rect r="r" b="b" t="t" l="l"/>
            <a:pathLst>
              <a:path h="435864" w="3764280">
                <a:moveTo>
                  <a:pt x="0" y="0"/>
                </a:moveTo>
                <a:lnTo>
                  <a:pt x="3764280" y="0"/>
                </a:lnTo>
                <a:lnTo>
                  <a:pt x="3764280" y="435864"/>
                </a:lnTo>
                <a:lnTo>
                  <a:pt x="0" y="4358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365760" y="17316"/>
            <a:ext cx="894007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Agenda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51510" y="528704"/>
            <a:ext cx="29280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65760" y="528704"/>
            <a:ext cx="1325775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What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we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will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cover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today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05840" y="3733810"/>
            <a:ext cx="1841992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Doctor Service —Dropwizard 2.1.6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05840" y="2417074"/>
            <a:ext cx="1863042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Patient Service —Spring Boot 3.2.0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05840" y="1100338"/>
            <a:ext cx="1863300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Project Overview —MediSoft HBYS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05840" y="3075442"/>
            <a:ext cx="2118884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Appointment Service —Spark Java 2.9.4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05840" y="4392178"/>
            <a:ext cx="2183654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Activity Log Service —Eclipse Vert.x 4.5.1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05840" y="1758706"/>
            <a:ext cx="2353418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System Architecture —5 services, 1 network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486400" y="4392178"/>
            <a:ext cx="951081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spc="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Live Demo &amp; Q&amp;A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486400" y="3075442"/>
            <a:ext cx="1033082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CORS Configuration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486400" y="1758706"/>
            <a:ext cx="1165536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Docker &amp; Deployment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486400" y="3733810"/>
            <a:ext cx="1219686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Technologies Summary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486400" y="2417074"/>
            <a:ext cx="1535049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Inter-Service Communication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486400" y="1100338"/>
            <a:ext cx="1546317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Frontend —React 18 + Vite 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658225" y="4810058"/>
            <a:ext cx="59112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25713" y="1095156"/>
            <a:ext cx="158153" cy="22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25713" y="1753524"/>
            <a:ext cx="158153" cy="22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25713" y="2411892"/>
            <a:ext cx="158153" cy="22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25713" y="3070260"/>
            <a:ext cx="158153" cy="22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25713" y="3728628"/>
            <a:ext cx="158153" cy="22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25713" y="4386996"/>
            <a:ext cx="158153" cy="22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006273" y="1095156"/>
            <a:ext cx="158153" cy="22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07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006273" y="1753524"/>
            <a:ext cx="158153" cy="22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08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006273" y="2411892"/>
            <a:ext cx="158153" cy="22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09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006273" y="3070260"/>
            <a:ext cx="158153" cy="22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006273" y="3728628"/>
            <a:ext cx="158153" cy="22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11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006273" y="4386996"/>
            <a:ext cx="158153" cy="22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5141976"/>
            <a:chOff x="0" y="-1"/>
            <a:chExt cx="76200000" cy="4284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"/>
              <a:ext cx="76200000" cy="42849799"/>
            </a:xfrm>
            <a:custGeom>
              <a:avLst/>
              <a:gdLst/>
              <a:ahLst/>
              <a:cxnLst/>
              <a:rect r="r" b="b" t="t" l="l"/>
              <a:pathLst>
                <a:path h="42849799" w="76200000">
                  <a:moveTo>
                    <a:pt x="76200000" y="0"/>
                  </a:moveTo>
                  <a:lnTo>
                    <a:pt x="76200000" y="42849799"/>
                  </a:lnTo>
                  <a:lnTo>
                    <a:pt x="0" y="42849799"/>
                  </a:lnTo>
                  <a:lnTo>
                    <a:pt x="0" y="0"/>
                  </a:lnTo>
                  <a:lnTo>
                    <a:pt x="762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9144000" cy="5143500"/>
            <a:chOff x="0" y="0"/>
            <a:chExt cx="76200000" cy="42862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000" cy="42862500"/>
            </a:xfrm>
            <a:custGeom>
              <a:avLst/>
              <a:gdLst/>
              <a:ahLst/>
              <a:cxnLst/>
              <a:rect r="r" b="b" t="t" l="l"/>
              <a:pathLst>
                <a:path h="42862500" w="76200000">
                  <a:moveTo>
                    <a:pt x="76200000" y="0"/>
                  </a:moveTo>
                  <a:lnTo>
                    <a:pt x="76200000" y="42862500"/>
                  </a:lnTo>
                  <a:lnTo>
                    <a:pt x="0" y="42862500"/>
                  </a:lnTo>
                  <a:lnTo>
                    <a:pt x="0" y="0"/>
                  </a:lnTo>
                  <a:lnTo>
                    <a:pt x="762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6858" y="-6858"/>
            <a:ext cx="9157716" cy="516636"/>
          </a:xfrm>
          <a:custGeom>
            <a:avLst/>
            <a:gdLst/>
            <a:ahLst/>
            <a:cxnLst/>
            <a:rect r="r" b="b" t="t" l="l"/>
            <a:pathLst>
              <a:path h="516636" w="9157716">
                <a:moveTo>
                  <a:pt x="0" y="0"/>
                </a:moveTo>
                <a:lnTo>
                  <a:pt x="9157716" y="0"/>
                </a:lnTo>
                <a:lnTo>
                  <a:pt x="9157716" y="516636"/>
                </a:lnTo>
                <a:lnTo>
                  <a:pt x="0" y="516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97062" y="4793742"/>
            <a:ext cx="379476" cy="242316"/>
          </a:xfrm>
          <a:custGeom>
            <a:avLst/>
            <a:gdLst/>
            <a:ahLst/>
            <a:cxnLst/>
            <a:rect r="r" b="b" t="t" l="l"/>
            <a:pathLst>
              <a:path h="242316" w="379476">
                <a:moveTo>
                  <a:pt x="0" y="0"/>
                </a:moveTo>
                <a:lnTo>
                  <a:pt x="379476" y="0"/>
                </a:lnTo>
                <a:lnTo>
                  <a:pt x="379476" y="242316"/>
                </a:lnTo>
                <a:lnTo>
                  <a:pt x="0" y="242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44246" y="1084326"/>
            <a:ext cx="2631948" cy="2631948"/>
          </a:xfrm>
          <a:custGeom>
            <a:avLst/>
            <a:gdLst/>
            <a:ahLst/>
            <a:cxnLst/>
            <a:rect r="r" b="b" t="t" l="l"/>
            <a:pathLst>
              <a:path h="2631948" w="2631948">
                <a:moveTo>
                  <a:pt x="0" y="0"/>
                </a:moveTo>
                <a:lnTo>
                  <a:pt x="2631948" y="0"/>
                </a:lnTo>
                <a:lnTo>
                  <a:pt x="2631948" y="2631948"/>
                </a:lnTo>
                <a:lnTo>
                  <a:pt x="0" y="26319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50342" y="1090422"/>
            <a:ext cx="2619756" cy="68580"/>
          </a:xfrm>
          <a:custGeom>
            <a:avLst/>
            <a:gdLst/>
            <a:ahLst/>
            <a:cxnLst/>
            <a:rect r="r" b="b" t="t" l="l"/>
            <a:pathLst>
              <a:path h="68580" w="2619756">
                <a:moveTo>
                  <a:pt x="0" y="0"/>
                </a:moveTo>
                <a:lnTo>
                  <a:pt x="2619756" y="0"/>
                </a:lnTo>
                <a:lnTo>
                  <a:pt x="2619756" y="68580"/>
                </a:ln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278886" y="1084326"/>
            <a:ext cx="2631948" cy="2631948"/>
          </a:xfrm>
          <a:custGeom>
            <a:avLst/>
            <a:gdLst/>
            <a:ahLst/>
            <a:cxnLst/>
            <a:rect r="r" b="b" t="t" l="l"/>
            <a:pathLst>
              <a:path h="2631948" w="2631948">
                <a:moveTo>
                  <a:pt x="0" y="0"/>
                </a:moveTo>
                <a:lnTo>
                  <a:pt x="2631948" y="0"/>
                </a:lnTo>
                <a:lnTo>
                  <a:pt x="2631948" y="2631948"/>
                </a:lnTo>
                <a:lnTo>
                  <a:pt x="0" y="26319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284982" y="1090422"/>
            <a:ext cx="2619756" cy="68580"/>
          </a:xfrm>
          <a:custGeom>
            <a:avLst/>
            <a:gdLst/>
            <a:ahLst/>
            <a:cxnLst/>
            <a:rect r="r" b="b" t="t" l="l"/>
            <a:pathLst>
              <a:path h="68580" w="2619756">
                <a:moveTo>
                  <a:pt x="0" y="0"/>
                </a:moveTo>
                <a:lnTo>
                  <a:pt x="2619756" y="0"/>
                </a:lnTo>
                <a:lnTo>
                  <a:pt x="2619756" y="68580"/>
                </a:ln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113526" y="1084326"/>
            <a:ext cx="2631948" cy="2631948"/>
          </a:xfrm>
          <a:custGeom>
            <a:avLst/>
            <a:gdLst/>
            <a:ahLst/>
            <a:cxnLst/>
            <a:rect r="r" b="b" t="t" l="l"/>
            <a:pathLst>
              <a:path h="2631948" w="2631948">
                <a:moveTo>
                  <a:pt x="0" y="0"/>
                </a:moveTo>
                <a:lnTo>
                  <a:pt x="2631948" y="0"/>
                </a:lnTo>
                <a:lnTo>
                  <a:pt x="2631948" y="2631948"/>
                </a:lnTo>
                <a:lnTo>
                  <a:pt x="0" y="263194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119622" y="1090422"/>
            <a:ext cx="2619756" cy="68580"/>
          </a:xfrm>
          <a:custGeom>
            <a:avLst/>
            <a:gdLst/>
            <a:ahLst/>
            <a:cxnLst/>
            <a:rect r="r" b="b" t="t" l="l"/>
            <a:pathLst>
              <a:path h="68580" w="2619756">
                <a:moveTo>
                  <a:pt x="0" y="0"/>
                </a:moveTo>
                <a:lnTo>
                  <a:pt x="2619756" y="0"/>
                </a:lnTo>
                <a:lnTo>
                  <a:pt x="2619756" y="68580"/>
                </a:ln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821942" y="4153662"/>
            <a:ext cx="5500116" cy="361188"/>
          </a:xfrm>
          <a:custGeom>
            <a:avLst/>
            <a:gdLst/>
            <a:ahLst/>
            <a:cxnLst/>
            <a:rect r="r" b="b" t="t" l="l"/>
            <a:pathLst>
              <a:path h="361188" w="5500116">
                <a:moveTo>
                  <a:pt x="0" y="0"/>
                </a:moveTo>
                <a:lnTo>
                  <a:pt x="5500116" y="0"/>
                </a:lnTo>
                <a:lnTo>
                  <a:pt x="5500116" y="361188"/>
                </a:lnTo>
                <a:lnTo>
                  <a:pt x="0" y="36118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466052" y="4233434"/>
            <a:ext cx="140208" cy="140208"/>
            <a:chOff x="0" y="0"/>
            <a:chExt cx="186944" cy="1869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6944" cy="186944"/>
            </a:xfrm>
            <a:custGeom>
              <a:avLst/>
              <a:gdLst/>
              <a:ahLst/>
              <a:cxnLst/>
              <a:rect r="r" b="b" t="t" l="l"/>
              <a:pathLst>
                <a:path h="186944" w="186944">
                  <a:moveTo>
                    <a:pt x="0" y="0"/>
                  </a:moveTo>
                  <a:lnTo>
                    <a:pt x="186944" y="0"/>
                  </a:lnTo>
                  <a:lnTo>
                    <a:pt x="186944" y="186944"/>
                  </a:lnTo>
                  <a:lnTo>
                    <a:pt x="0" y="186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365760" y="17316"/>
            <a:ext cx="2857891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is MediSoft HBYS?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8788" y="528704"/>
            <a:ext cx="29280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7739" y="2597668"/>
            <a:ext cx="1637452" cy="324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"/>
              </a:lnSpc>
            </a:pPr>
            <a:r>
              <a:rPr lang="en-US" sz="999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Simulate a real Turkish HBYS (Hastane Bilgi Yönetim Sistemi)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65760" y="528704"/>
            <a:ext cx="2786796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Polyglot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Microservices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Hospital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Information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System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74119" y="2597668"/>
            <a:ext cx="1674952" cy="324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"/>
              </a:lnSpc>
            </a:pPr>
            <a:r>
              <a:rPr lang="en-US" sz="999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5 microservices, each built</a:t>
            </a:r>
          </a:p>
          <a:p>
            <a:pPr algn="ctr">
              <a:lnSpc>
                <a:spcPts val="1199"/>
              </a:lnSpc>
            </a:pPr>
            <a:r>
              <a:rPr lang="en-US" sz="999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with a different Java framework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34941" y="2597668"/>
            <a:ext cx="1824895" cy="324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"/>
              </a:lnSpc>
            </a:pPr>
            <a:r>
              <a:rPr lang="en-US" sz="999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Fully containerized with</a:t>
            </a:r>
          </a:p>
          <a:p>
            <a:pPr algn="ctr">
              <a:lnSpc>
                <a:spcPts val="1199"/>
              </a:lnSpc>
            </a:pPr>
            <a:r>
              <a:rPr lang="en-US" sz="999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Docker Compose —one command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658225" y="4810058"/>
            <a:ext cx="59112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49908" y="1525029"/>
            <a:ext cx="414528" cy="1091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🎯</a:t>
            </a:r>
          </a:p>
          <a:p>
            <a:pPr algn="ctr">
              <a:lnSpc>
                <a:spcPts val="1959"/>
              </a:lnSpc>
            </a:pPr>
            <a:r>
              <a:rPr lang="en-US" b="true" sz="1399">
                <a:solidFill>
                  <a:srgbClr val="1565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48093" y="1525029"/>
            <a:ext cx="727005" cy="1091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🔧</a:t>
            </a:r>
          </a:p>
          <a:p>
            <a:pPr algn="ctr">
              <a:lnSpc>
                <a:spcPts val="1959"/>
              </a:lnSpc>
            </a:pPr>
            <a:r>
              <a:rPr lang="en-US" b="true" sz="1399">
                <a:solidFill>
                  <a:srgbClr val="1976D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Approach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84197" y="1421000"/>
            <a:ext cx="926382" cy="1091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🐳</a:t>
            </a:r>
          </a:p>
          <a:p>
            <a:pPr algn="ctr">
              <a:lnSpc>
                <a:spcPts val="1959"/>
              </a:lnSpc>
            </a:pPr>
            <a:r>
              <a:rPr lang="en-US" b="true" sz="1399">
                <a:solidFill>
                  <a:srgbClr val="0277B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Deployment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466309" y="4176684"/>
            <a:ext cx="142494" cy="193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0"/>
              </a:lnSpc>
            </a:pPr>
            <a:r>
              <a:rPr lang="en-US" sz="105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🏥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672678" y="4208612"/>
            <a:ext cx="2045503" cy="21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MediSoft HBYS —Merkez Hastane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5141976"/>
            <a:chOff x="0" y="-1"/>
            <a:chExt cx="76200000" cy="4284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"/>
              <a:ext cx="76200000" cy="42849799"/>
            </a:xfrm>
            <a:custGeom>
              <a:avLst/>
              <a:gdLst/>
              <a:ahLst/>
              <a:cxnLst/>
              <a:rect r="r" b="b" t="t" l="l"/>
              <a:pathLst>
                <a:path h="42849799" w="76200000">
                  <a:moveTo>
                    <a:pt x="76200000" y="0"/>
                  </a:moveTo>
                  <a:lnTo>
                    <a:pt x="76200000" y="42849799"/>
                  </a:lnTo>
                  <a:lnTo>
                    <a:pt x="0" y="42849799"/>
                  </a:lnTo>
                  <a:lnTo>
                    <a:pt x="0" y="0"/>
                  </a:lnTo>
                  <a:lnTo>
                    <a:pt x="762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9144000" cy="5143500"/>
            <a:chOff x="0" y="0"/>
            <a:chExt cx="76200000" cy="42862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000" cy="42862500"/>
            </a:xfrm>
            <a:custGeom>
              <a:avLst/>
              <a:gdLst/>
              <a:ahLst/>
              <a:cxnLst/>
              <a:rect r="r" b="b" t="t" l="l"/>
              <a:pathLst>
                <a:path h="42862500" w="76200000">
                  <a:moveTo>
                    <a:pt x="76200000" y="0"/>
                  </a:moveTo>
                  <a:lnTo>
                    <a:pt x="76200000" y="42862500"/>
                  </a:lnTo>
                  <a:lnTo>
                    <a:pt x="0" y="42862500"/>
                  </a:lnTo>
                  <a:lnTo>
                    <a:pt x="0" y="0"/>
                  </a:lnTo>
                  <a:lnTo>
                    <a:pt x="762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6858" y="-6858"/>
            <a:ext cx="9157716" cy="516636"/>
          </a:xfrm>
          <a:custGeom>
            <a:avLst/>
            <a:gdLst/>
            <a:ahLst/>
            <a:cxnLst/>
            <a:rect r="r" b="b" t="t" l="l"/>
            <a:pathLst>
              <a:path h="516636" w="9157716">
                <a:moveTo>
                  <a:pt x="0" y="0"/>
                </a:moveTo>
                <a:lnTo>
                  <a:pt x="9157716" y="0"/>
                </a:lnTo>
                <a:lnTo>
                  <a:pt x="9157716" y="516636"/>
                </a:lnTo>
                <a:lnTo>
                  <a:pt x="0" y="516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97062" y="4793742"/>
            <a:ext cx="379476" cy="242316"/>
          </a:xfrm>
          <a:custGeom>
            <a:avLst/>
            <a:gdLst/>
            <a:ahLst/>
            <a:cxnLst/>
            <a:rect r="r" b="b" t="t" l="l"/>
            <a:pathLst>
              <a:path h="242316" w="379476">
                <a:moveTo>
                  <a:pt x="0" y="0"/>
                </a:moveTo>
                <a:lnTo>
                  <a:pt x="379476" y="0"/>
                </a:lnTo>
                <a:lnTo>
                  <a:pt x="379476" y="242316"/>
                </a:lnTo>
                <a:lnTo>
                  <a:pt x="0" y="242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44246" y="1038606"/>
            <a:ext cx="2540508" cy="711708"/>
          </a:xfrm>
          <a:custGeom>
            <a:avLst/>
            <a:gdLst/>
            <a:ahLst/>
            <a:cxnLst/>
            <a:rect r="r" b="b" t="t" l="l"/>
            <a:pathLst>
              <a:path h="711708" w="2540508">
                <a:moveTo>
                  <a:pt x="0" y="0"/>
                </a:moveTo>
                <a:lnTo>
                  <a:pt x="2540508" y="0"/>
                </a:lnTo>
                <a:lnTo>
                  <a:pt x="2540508" y="711708"/>
                </a:lnTo>
                <a:lnTo>
                  <a:pt x="0" y="7117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233166" y="1038606"/>
            <a:ext cx="2540508" cy="711708"/>
          </a:xfrm>
          <a:custGeom>
            <a:avLst/>
            <a:gdLst/>
            <a:ahLst/>
            <a:cxnLst/>
            <a:rect r="r" b="b" t="t" l="l"/>
            <a:pathLst>
              <a:path h="711708" w="2540508">
                <a:moveTo>
                  <a:pt x="0" y="0"/>
                </a:moveTo>
                <a:lnTo>
                  <a:pt x="2540508" y="0"/>
                </a:lnTo>
                <a:lnTo>
                  <a:pt x="2540508" y="711708"/>
                </a:lnTo>
                <a:lnTo>
                  <a:pt x="0" y="7117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022086" y="1038606"/>
            <a:ext cx="2540508" cy="711708"/>
          </a:xfrm>
          <a:custGeom>
            <a:avLst/>
            <a:gdLst/>
            <a:ahLst/>
            <a:cxnLst/>
            <a:rect r="r" b="b" t="t" l="l"/>
            <a:pathLst>
              <a:path h="711708" w="2540508">
                <a:moveTo>
                  <a:pt x="0" y="0"/>
                </a:moveTo>
                <a:lnTo>
                  <a:pt x="2540508" y="0"/>
                </a:lnTo>
                <a:lnTo>
                  <a:pt x="2540508" y="711708"/>
                </a:lnTo>
                <a:lnTo>
                  <a:pt x="0" y="7117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341134" y="1757934"/>
            <a:ext cx="50292" cy="470916"/>
          </a:xfrm>
          <a:custGeom>
            <a:avLst/>
            <a:gdLst/>
            <a:ahLst/>
            <a:cxnLst/>
            <a:rect r="r" b="b" t="t" l="l"/>
            <a:pathLst>
              <a:path h="470916" w="50292">
                <a:moveTo>
                  <a:pt x="0" y="0"/>
                </a:moveTo>
                <a:lnTo>
                  <a:pt x="50292" y="0"/>
                </a:lnTo>
                <a:lnTo>
                  <a:pt x="50292" y="470916"/>
                </a:lnTo>
                <a:lnTo>
                  <a:pt x="0" y="47091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478274" y="1757934"/>
            <a:ext cx="50292" cy="470916"/>
          </a:xfrm>
          <a:custGeom>
            <a:avLst/>
            <a:gdLst/>
            <a:ahLst/>
            <a:cxnLst/>
            <a:rect r="r" b="b" t="t" l="l"/>
            <a:pathLst>
              <a:path h="470916" w="50292">
                <a:moveTo>
                  <a:pt x="0" y="0"/>
                </a:moveTo>
                <a:lnTo>
                  <a:pt x="50292" y="0"/>
                </a:lnTo>
                <a:lnTo>
                  <a:pt x="50292" y="470916"/>
                </a:lnTo>
                <a:lnTo>
                  <a:pt x="0" y="47091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611874" y="1750314"/>
            <a:ext cx="50292" cy="470916"/>
          </a:xfrm>
          <a:custGeom>
            <a:avLst/>
            <a:gdLst/>
            <a:ahLst/>
            <a:cxnLst/>
            <a:rect r="r" b="b" t="t" l="l"/>
            <a:pathLst>
              <a:path h="470916" w="50292">
                <a:moveTo>
                  <a:pt x="0" y="0"/>
                </a:moveTo>
                <a:lnTo>
                  <a:pt x="50292" y="0"/>
                </a:lnTo>
                <a:lnTo>
                  <a:pt x="50292" y="470916"/>
                </a:lnTo>
                <a:lnTo>
                  <a:pt x="0" y="47091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815846" y="2227326"/>
            <a:ext cx="5512308" cy="739140"/>
          </a:xfrm>
          <a:custGeom>
            <a:avLst/>
            <a:gdLst/>
            <a:ahLst/>
            <a:cxnLst/>
            <a:rect r="r" b="b" t="t" l="l"/>
            <a:pathLst>
              <a:path h="739140" w="5512308">
                <a:moveTo>
                  <a:pt x="0" y="0"/>
                </a:moveTo>
                <a:lnTo>
                  <a:pt x="5512308" y="0"/>
                </a:lnTo>
                <a:lnTo>
                  <a:pt x="5512308" y="739140"/>
                </a:lnTo>
                <a:lnTo>
                  <a:pt x="0" y="73914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785740" y="2314966"/>
            <a:ext cx="166116" cy="166116"/>
            <a:chOff x="0" y="0"/>
            <a:chExt cx="221488" cy="2214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1488" cy="221488"/>
            </a:xfrm>
            <a:custGeom>
              <a:avLst/>
              <a:gdLst/>
              <a:ahLst/>
              <a:cxnLst/>
              <a:rect r="r" b="b" t="t" l="l"/>
              <a:pathLst>
                <a:path h="221488" w="221488">
                  <a:moveTo>
                    <a:pt x="0" y="0"/>
                  </a:moveTo>
                  <a:lnTo>
                    <a:pt x="221488" y="0"/>
                  </a:lnTo>
                  <a:lnTo>
                    <a:pt x="221488" y="221488"/>
                  </a:lnTo>
                  <a:lnTo>
                    <a:pt x="0" y="221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4546854" y="2974086"/>
            <a:ext cx="50292" cy="379476"/>
          </a:xfrm>
          <a:custGeom>
            <a:avLst/>
            <a:gdLst/>
            <a:ahLst/>
            <a:cxnLst/>
            <a:rect r="r" b="b" t="t" l="l"/>
            <a:pathLst>
              <a:path h="379476" w="50292">
                <a:moveTo>
                  <a:pt x="0" y="0"/>
                </a:moveTo>
                <a:lnTo>
                  <a:pt x="50292" y="0"/>
                </a:lnTo>
                <a:lnTo>
                  <a:pt x="50292" y="379476"/>
                </a:lnTo>
                <a:lnTo>
                  <a:pt x="0" y="37947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815846" y="3352038"/>
            <a:ext cx="5512308" cy="684276"/>
          </a:xfrm>
          <a:custGeom>
            <a:avLst/>
            <a:gdLst/>
            <a:ahLst/>
            <a:cxnLst/>
            <a:rect r="r" b="b" t="t" l="l"/>
            <a:pathLst>
              <a:path h="684276" w="5512308">
                <a:moveTo>
                  <a:pt x="0" y="0"/>
                </a:moveTo>
                <a:lnTo>
                  <a:pt x="5512308" y="0"/>
                </a:lnTo>
                <a:lnTo>
                  <a:pt x="5512308" y="684276"/>
                </a:lnTo>
                <a:lnTo>
                  <a:pt x="0" y="6842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02928" y="4313682"/>
            <a:ext cx="8426196" cy="315468"/>
          </a:xfrm>
          <a:custGeom>
            <a:avLst/>
            <a:gdLst/>
            <a:ahLst/>
            <a:cxnLst/>
            <a:rect r="r" b="b" t="t" l="l"/>
            <a:pathLst>
              <a:path h="315468" w="8426196">
                <a:moveTo>
                  <a:pt x="0" y="0"/>
                </a:moveTo>
                <a:lnTo>
                  <a:pt x="8426196" y="0"/>
                </a:lnTo>
                <a:lnTo>
                  <a:pt x="8426196" y="315468"/>
                </a:lnTo>
                <a:lnTo>
                  <a:pt x="0" y="31546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65760" y="17316"/>
            <a:ext cx="2374516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System Architecture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0844" y="528704"/>
            <a:ext cx="29280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65760" y="528704"/>
            <a:ext cx="3164596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5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containers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—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1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Docker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bridge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network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—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hospital-network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658225" y="4810058"/>
            <a:ext cx="59112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0322" y="1127084"/>
            <a:ext cx="885939" cy="21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1">
                <a:solidFill>
                  <a:srgbClr val="1B5E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Patient Service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92229" y="1127084"/>
            <a:ext cx="1247594" cy="21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1">
                <a:solidFill>
                  <a:srgbClr val="1565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Appointment Service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725066" y="3413084"/>
            <a:ext cx="1727073" cy="21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1976D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Frontend —React 18 + Vite 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71649" y="1127084"/>
            <a:ext cx="858526" cy="21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6A1B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Doctor Service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24000" y="1511303"/>
            <a:ext cx="388620" cy="16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546E7A"/>
                </a:solidFill>
                <a:latin typeface="Courier New"/>
                <a:ea typeface="Courier New"/>
                <a:cs typeface="Courier New"/>
                <a:sym typeface="Courier New"/>
              </a:rPr>
              <a:t>:8081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312920" y="1511303"/>
            <a:ext cx="388620" cy="16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546E7A"/>
                </a:solidFill>
                <a:latin typeface="Courier New"/>
                <a:ea typeface="Courier New"/>
                <a:cs typeface="Courier New"/>
                <a:sym typeface="Courier New"/>
              </a:rPr>
              <a:t>:8082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736924" y="4377233"/>
            <a:ext cx="1943100" cy="16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docker-compose up --build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101840" y="1511303"/>
            <a:ext cx="388620" cy="16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546E7A"/>
                </a:solidFill>
                <a:latin typeface="Courier New"/>
                <a:ea typeface="Courier New"/>
                <a:cs typeface="Courier New"/>
                <a:sym typeface="Courier New"/>
              </a:rPr>
              <a:t>:8083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786254" y="2243404"/>
            <a:ext cx="168402" cy="232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9"/>
              </a:lnSpc>
            </a:pPr>
            <a:r>
              <a:rPr lang="en-US" sz="1249">
                <a:solidFill>
                  <a:srgbClr val="1565C0"/>
                </a:solidFill>
                <a:latin typeface="Arimo"/>
                <a:ea typeface="Arimo"/>
                <a:cs typeface="Arimo"/>
                <a:sym typeface="Arimo"/>
              </a:rPr>
              <a:t>⚡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030723" y="2284333"/>
            <a:ext cx="1353483" cy="25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 spc="1">
                <a:solidFill>
                  <a:srgbClr val="1565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Activity Log Service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343275" y="3754222"/>
            <a:ext cx="348453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546E7A"/>
                </a:solidFill>
                <a:latin typeface="Courier New"/>
                <a:ea typeface="Courier New"/>
                <a:cs typeface="Courier New"/>
                <a:sym typeface="Courier New"/>
              </a:rPr>
              <a:t>:3000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104359" y="2666086"/>
            <a:ext cx="835828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546E7A"/>
                </a:solidFill>
                <a:latin typeface="Courier New"/>
                <a:ea typeface="Courier New"/>
                <a:cs typeface="Courier New"/>
                <a:sym typeface="Courier New"/>
              </a:rPr>
              <a:t>Vert.x 4.5.1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025875" y="3754222"/>
            <a:ext cx="348453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546E7A"/>
                </a:solidFill>
                <a:latin typeface="Courier New"/>
                <a:ea typeface="Courier New"/>
                <a:cs typeface="Courier New"/>
                <a:sym typeface="Courier New"/>
              </a:rPr>
              <a:t>Nginx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264771" y="2666086"/>
            <a:ext cx="348453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546E7A"/>
                </a:solidFill>
                <a:latin typeface="Courier New"/>
                <a:ea typeface="Courier New"/>
                <a:cs typeface="Courier New"/>
                <a:sym typeface="Courier New"/>
              </a:rPr>
              <a:t>:8085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708474" y="3754222"/>
            <a:ext cx="1114396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546E7A"/>
                </a:solidFill>
                <a:latin typeface="Courier New"/>
                <a:ea typeface="Courier New"/>
                <a:cs typeface="Courier New"/>
                <a:sym typeface="Courier New"/>
              </a:rPr>
              <a:t>HBYS-inspired UI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947371" y="2666086"/>
            <a:ext cx="1114330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546E7A"/>
                </a:solidFill>
                <a:latin typeface="Courier New"/>
                <a:ea typeface="Courier New"/>
                <a:cs typeface="Courier New"/>
                <a:sym typeface="Courier New"/>
              </a:rPr>
              <a:t>Reactive &amp; Async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684575" y="3754222"/>
            <a:ext cx="278825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546E7A"/>
                </a:solidFill>
                <a:latin typeface="Courier New"/>
                <a:ea typeface="Courier New"/>
                <a:cs typeface="Courier New"/>
                <a:sym typeface="Courier New"/>
              </a:rPr>
              <a:t> |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923471" y="2666086"/>
            <a:ext cx="278825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546E7A"/>
                </a:solidFill>
                <a:latin typeface="Courier New"/>
                <a:ea typeface="Courier New"/>
                <a:cs typeface="Courier New"/>
                <a:sym typeface="Courier New"/>
              </a:rPr>
              <a:t> |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367174" y="3754222"/>
            <a:ext cx="278825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546E7A"/>
                </a:solidFill>
                <a:latin typeface="Courier New"/>
                <a:ea typeface="Courier New"/>
                <a:cs typeface="Courier New"/>
                <a:sym typeface="Courier New"/>
              </a:rPr>
              <a:t> |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606071" y="2666086"/>
            <a:ext cx="278825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546E7A"/>
                </a:solidFill>
                <a:latin typeface="Courier New"/>
                <a:ea typeface="Courier New"/>
                <a:cs typeface="Courier New"/>
                <a:sym typeface="Courier New"/>
              </a:rPr>
              <a:t> |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505200" y="4772663"/>
            <a:ext cx="155448" cy="16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5141976"/>
            <a:chOff x="0" y="0"/>
            <a:chExt cx="38100000" cy="21424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00000" cy="21424900"/>
            </a:xfrm>
            <a:custGeom>
              <a:avLst/>
              <a:gdLst/>
              <a:ahLst/>
              <a:cxnLst/>
              <a:rect r="r" b="b" t="t" l="l"/>
              <a:pathLst>
                <a:path h="21424900" w="38100000">
                  <a:moveTo>
                    <a:pt x="38100000" y="0"/>
                  </a:moveTo>
                  <a:lnTo>
                    <a:pt x="38100000" y="21424900"/>
                  </a:lnTo>
                  <a:lnTo>
                    <a:pt x="0" y="21424900"/>
                  </a:lnTo>
                  <a:lnTo>
                    <a:pt x="0" y="0"/>
                  </a:lnTo>
                  <a:lnTo>
                    <a:pt x="381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762"/>
            <a:ext cx="9144000" cy="5145024"/>
            <a:chOff x="0" y="0"/>
            <a:chExt cx="38100000" cy="21431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100000" cy="21431250"/>
            </a:xfrm>
            <a:custGeom>
              <a:avLst/>
              <a:gdLst/>
              <a:ahLst/>
              <a:cxnLst/>
              <a:rect r="r" b="b" t="t" l="l"/>
              <a:pathLst>
                <a:path h="21431250" w="38100000">
                  <a:moveTo>
                    <a:pt x="38100000" y="0"/>
                  </a:moveTo>
                  <a:lnTo>
                    <a:pt x="38100000" y="21431250"/>
                  </a:lnTo>
                  <a:lnTo>
                    <a:pt x="0" y="21431250"/>
                  </a:lnTo>
                  <a:lnTo>
                    <a:pt x="0" y="0"/>
                  </a:lnTo>
                  <a:lnTo>
                    <a:pt x="381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7620" y="-7620"/>
            <a:ext cx="9159240" cy="518160"/>
          </a:xfrm>
          <a:custGeom>
            <a:avLst/>
            <a:gdLst/>
            <a:ahLst/>
            <a:cxnLst/>
            <a:rect r="r" b="b" t="t" l="l"/>
            <a:pathLst>
              <a:path h="518160" w="9159240">
                <a:moveTo>
                  <a:pt x="0" y="0"/>
                </a:moveTo>
                <a:lnTo>
                  <a:pt x="9159240" y="0"/>
                </a:lnTo>
                <a:lnTo>
                  <a:pt x="9159240" y="518160"/>
                </a:lnTo>
                <a:lnTo>
                  <a:pt x="0" y="5181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96300" y="4792980"/>
            <a:ext cx="381000" cy="243840"/>
          </a:xfrm>
          <a:custGeom>
            <a:avLst/>
            <a:gdLst/>
            <a:ahLst/>
            <a:cxnLst/>
            <a:rect r="r" b="b" t="t" l="l"/>
            <a:pathLst>
              <a:path h="243840" w="381000">
                <a:moveTo>
                  <a:pt x="0" y="0"/>
                </a:moveTo>
                <a:lnTo>
                  <a:pt x="381000" y="0"/>
                </a:lnTo>
                <a:lnTo>
                  <a:pt x="381000" y="243840"/>
                </a:lnTo>
                <a:lnTo>
                  <a:pt x="0" y="2438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65760" y="1097280"/>
            <a:ext cx="2286000" cy="213360"/>
            <a:chOff x="1524000" y="4572000"/>
            <a:chExt cx="9525000" cy="88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25000" cy="889000"/>
            </a:xfrm>
            <a:custGeom>
              <a:avLst/>
              <a:gdLst/>
              <a:ahLst/>
              <a:cxnLst/>
              <a:rect r="r" b="b" t="t" l="l"/>
              <a:pathLst>
                <a:path h="889000" w="9525000">
                  <a:moveTo>
                    <a:pt x="9525000" y="0"/>
                  </a:moveTo>
                  <a:lnTo>
                    <a:pt x="9525000" y="889000"/>
                  </a:lnTo>
                  <a:lnTo>
                    <a:pt x="0" y="889000"/>
                  </a:lnTo>
                  <a:lnTo>
                    <a:pt x="0" y="0"/>
                  </a:lnTo>
                  <a:lnTo>
                    <a:pt x="9525000" y="0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651760" y="1097280"/>
            <a:ext cx="2103120" cy="213360"/>
            <a:chOff x="11049000" y="4572000"/>
            <a:chExt cx="8763000" cy="88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63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763000">
                  <a:moveTo>
                    <a:pt x="8763000" y="0"/>
                  </a:moveTo>
                  <a:lnTo>
                    <a:pt x="8763000" y="889000"/>
                  </a:lnTo>
                  <a:lnTo>
                    <a:pt x="0" y="889000"/>
                  </a:lnTo>
                  <a:lnTo>
                    <a:pt x="0" y="0"/>
                  </a:lnTo>
                  <a:lnTo>
                    <a:pt x="8763000" y="0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754880" y="1097280"/>
            <a:ext cx="914400" cy="213360"/>
            <a:chOff x="19812000" y="4572000"/>
            <a:chExt cx="3810000" cy="889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10000" cy="889000"/>
            </a:xfrm>
            <a:custGeom>
              <a:avLst/>
              <a:gdLst/>
              <a:ahLst/>
              <a:cxnLst/>
              <a:rect r="r" b="b" t="t" l="l"/>
              <a:pathLst>
                <a:path h="889000" w="3810000">
                  <a:moveTo>
                    <a:pt x="3810000" y="0"/>
                  </a:moveTo>
                  <a:lnTo>
                    <a:pt x="3810000" y="889000"/>
                  </a:lnTo>
                  <a:lnTo>
                    <a:pt x="0" y="889000"/>
                  </a:lnTo>
                  <a:lnTo>
                    <a:pt x="0" y="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669280" y="1097280"/>
            <a:ext cx="822960" cy="213360"/>
            <a:chOff x="23622000" y="4572000"/>
            <a:chExt cx="3429000" cy="889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2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3429000">
                  <a:moveTo>
                    <a:pt x="3429000" y="0"/>
                  </a:moveTo>
                  <a:lnTo>
                    <a:pt x="3429000" y="889000"/>
                  </a:lnTo>
                  <a:lnTo>
                    <a:pt x="0" y="889000"/>
                  </a:lnTo>
                  <a:lnTo>
                    <a:pt x="0" y="0"/>
                  </a:lnTo>
                  <a:lnTo>
                    <a:pt x="3429000" y="0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492240" y="1097280"/>
            <a:ext cx="2286000" cy="213360"/>
            <a:chOff x="27051000" y="4572000"/>
            <a:chExt cx="9525000" cy="889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525000" cy="889000"/>
            </a:xfrm>
            <a:custGeom>
              <a:avLst/>
              <a:gdLst/>
              <a:ahLst/>
              <a:cxnLst/>
              <a:rect r="r" b="b" t="t" l="l"/>
              <a:pathLst>
                <a:path h="889000" w="9525000">
                  <a:moveTo>
                    <a:pt x="9525000" y="0"/>
                  </a:moveTo>
                  <a:lnTo>
                    <a:pt x="9525000" y="889000"/>
                  </a:lnTo>
                  <a:lnTo>
                    <a:pt x="0" y="889000"/>
                  </a:lnTo>
                  <a:lnTo>
                    <a:pt x="0" y="0"/>
                  </a:lnTo>
                  <a:lnTo>
                    <a:pt x="9525000" y="0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65760" y="1309878"/>
            <a:ext cx="2286000" cy="207264"/>
            <a:chOff x="1524000" y="5461000"/>
            <a:chExt cx="9525000" cy="8572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25000" cy="857250"/>
            </a:xfrm>
            <a:custGeom>
              <a:avLst/>
              <a:gdLst/>
              <a:ahLst/>
              <a:cxnLst/>
              <a:rect r="r" b="b" t="t" l="l"/>
              <a:pathLst>
                <a:path h="857250" w="9525000">
                  <a:moveTo>
                    <a:pt x="9525000" y="0"/>
                  </a:moveTo>
                  <a:lnTo>
                    <a:pt x="9525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9525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651760" y="1309878"/>
            <a:ext cx="2103120" cy="207264"/>
            <a:chOff x="11049000" y="5461000"/>
            <a:chExt cx="8763000" cy="857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63000" cy="857250"/>
            </a:xfrm>
            <a:custGeom>
              <a:avLst/>
              <a:gdLst/>
              <a:ahLst/>
              <a:cxnLst/>
              <a:rect r="r" b="b" t="t" l="l"/>
              <a:pathLst>
                <a:path h="857250" w="8763000">
                  <a:moveTo>
                    <a:pt x="8763000" y="0"/>
                  </a:moveTo>
                  <a:lnTo>
                    <a:pt x="8763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8763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754880" y="1309878"/>
            <a:ext cx="914400" cy="207264"/>
            <a:chOff x="19812000" y="5461000"/>
            <a:chExt cx="3810000" cy="8572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10000" cy="857250"/>
            </a:xfrm>
            <a:custGeom>
              <a:avLst/>
              <a:gdLst/>
              <a:ahLst/>
              <a:cxnLst/>
              <a:rect r="r" b="b" t="t" l="l"/>
              <a:pathLst>
                <a:path h="857250" w="3810000">
                  <a:moveTo>
                    <a:pt x="3810000" y="0"/>
                  </a:moveTo>
                  <a:lnTo>
                    <a:pt x="3810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669280" y="1309878"/>
            <a:ext cx="822960" cy="207264"/>
            <a:chOff x="23622000" y="5461000"/>
            <a:chExt cx="3429000" cy="8572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429000" cy="857250"/>
            </a:xfrm>
            <a:custGeom>
              <a:avLst/>
              <a:gdLst/>
              <a:ahLst/>
              <a:cxnLst/>
              <a:rect r="r" b="b" t="t" l="l"/>
              <a:pathLst>
                <a:path h="857250" w="3429000">
                  <a:moveTo>
                    <a:pt x="3429000" y="0"/>
                  </a:moveTo>
                  <a:lnTo>
                    <a:pt x="3429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3429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492240" y="1309878"/>
            <a:ext cx="2286000" cy="207264"/>
            <a:chOff x="27051000" y="5461000"/>
            <a:chExt cx="9525000" cy="857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25000" cy="857250"/>
            </a:xfrm>
            <a:custGeom>
              <a:avLst/>
              <a:gdLst/>
              <a:ahLst/>
              <a:cxnLst/>
              <a:rect r="r" b="b" t="t" l="l"/>
              <a:pathLst>
                <a:path h="857250" w="9525000">
                  <a:moveTo>
                    <a:pt x="9525000" y="0"/>
                  </a:moveTo>
                  <a:lnTo>
                    <a:pt x="9525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9525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65760" y="1515618"/>
            <a:ext cx="2286000" cy="207264"/>
            <a:chOff x="1524000" y="6318250"/>
            <a:chExt cx="9525000" cy="8572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525000" cy="857250"/>
            </a:xfrm>
            <a:custGeom>
              <a:avLst/>
              <a:gdLst/>
              <a:ahLst/>
              <a:cxnLst/>
              <a:rect r="r" b="b" t="t" l="l"/>
              <a:pathLst>
                <a:path h="857250" w="9525000">
                  <a:moveTo>
                    <a:pt x="9525000" y="0"/>
                  </a:moveTo>
                  <a:lnTo>
                    <a:pt x="9525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9525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651760" y="1515618"/>
            <a:ext cx="2103120" cy="207264"/>
            <a:chOff x="11049000" y="6318250"/>
            <a:chExt cx="8763000" cy="8572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763000" cy="857250"/>
            </a:xfrm>
            <a:custGeom>
              <a:avLst/>
              <a:gdLst/>
              <a:ahLst/>
              <a:cxnLst/>
              <a:rect r="r" b="b" t="t" l="l"/>
              <a:pathLst>
                <a:path h="857250" w="8763000">
                  <a:moveTo>
                    <a:pt x="8763000" y="0"/>
                  </a:moveTo>
                  <a:lnTo>
                    <a:pt x="8763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8763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754880" y="1515618"/>
            <a:ext cx="914400" cy="207264"/>
            <a:chOff x="19812000" y="6318250"/>
            <a:chExt cx="3810000" cy="8572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810000" cy="857250"/>
            </a:xfrm>
            <a:custGeom>
              <a:avLst/>
              <a:gdLst/>
              <a:ahLst/>
              <a:cxnLst/>
              <a:rect r="r" b="b" t="t" l="l"/>
              <a:pathLst>
                <a:path h="857250" w="3810000">
                  <a:moveTo>
                    <a:pt x="3810000" y="0"/>
                  </a:moveTo>
                  <a:lnTo>
                    <a:pt x="3810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669280" y="1515618"/>
            <a:ext cx="822960" cy="207264"/>
            <a:chOff x="23622000" y="6318250"/>
            <a:chExt cx="3429000" cy="8572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429000" cy="857250"/>
            </a:xfrm>
            <a:custGeom>
              <a:avLst/>
              <a:gdLst/>
              <a:ahLst/>
              <a:cxnLst/>
              <a:rect r="r" b="b" t="t" l="l"/>
              <a:pathLst>
                <a:path h="857250" w="3429000">
                  <a:moveTo>
                    <a:pt x="3429000" y="0"/>
                  </a:moveTo>
                  <a:lnTo>
                    <a:pt x="3429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3429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492240" y="1515618"/>
            <a:ext cx="2286000" cy="207264"/>
            <a:chOff x="27051000" y="6318250"/>
            <a:chExt cx="9525000" cy="8572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525000" cy="857250"/>
            </a:xfrm>
            <a:custGeom>
              <a:avLst/>
              <a:gdLst/>
              <a:ahLst/>
              <a:cxnLst/>
              <a:rect r="r" b="b" t="t" l="l"/>
              <a:pathLst>
                <a:path h="857250" w="9525000">
                  <a:moveTo>
                    <a:pt x="9525000" y="0"/>
                  </a:moveTo>
                  <a:lnTo>
                    <a:pt x="9525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9525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65760" y="1721358"/>
            <a:ext cx="2286000" cy="207264"/>
            <a:chOff x="1524000" y="7175500"/>
            <a:chExt cx="9525000" cy="8572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525000" cy="857250"/>
            </a:xfrm>
            <a:custGeom>
              <a:avLst/>
              <a:gdLst/>
              <a:ahLst/>
              <a:cxnLst/>
              <a:rect r="r" b="b" t="t" l="l"/>
              <a:pathLst>
                <a:path h="857250" w="9525000">
                  <a:moveTo>
                    <a:pt x="9525000" y="0"/>
                  </a:moveTo>
                  <a:lnTo>
                    <a:pt x="9525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9525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2651760" y="1721358"/>
            <a:ext cx="2103120" cy="207264"/>
            <a:chOff x="11049000" y="7175500"/>
            <a:chExt cx="8763000" cy="8572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763000" cy="857250"/>
            </a:xfrm>
            <a:custGeom>
              <a:avLst/>
              <a:gdLst/>
              <a:ahLst/>
              <a:cxnLst/>
              <a:rect r="r" b="b" t="t" l="l"/>
              <a:pathLst>
                <a:path h="857250" w="8763000">
                  <a:moveTo>
                    <a:pt x="8763000" y="0"/>
                  </a:moveTo>
                  <a:lnTo>
                    <a:pt x="8763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8763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754880" y="1721358"/>
            <a:ext cx="914400" cy="207264"/>
            <a:chOff x="19812000" y="7175500"/>
            <a:chExt cx="3810000" cy="8572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810000" cy="857250"/>
            </a:xfrm>
            <a:custGeom>
              <a:avLst/>
              <a:gdLst/>
              <a:ahLst/>
              <a:cxnLst/>
              <a:rect r="r" b="b" t="t" l="l"/>
              <a:pathLst>
                <a:path h="857250" w="3810000">
                  <a:moveTo>
                    <a:pt x="3810000" y="0"/>
                  </a:moveTo>
                  <a:lnTo>
                    <a:pt x="3810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669280" y="1721358"/>
            <a:ext cx="822960" cy="207264"/>
            <a:chOff x="23622000" y="7175500"/>
            <a:chExt cx="3429000" cy="8572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429000" cy="857250"/>
            </a:xfrm>
            <a:custGeom>
              <a:avLst/>
              <a:gdLst/>
              <a:ahLst/>
              <a:cxnLst/>
              <a:rect r="r" b="b" t="t" l="l"/>
              <a:pathLst>
                <a:path h="857250" w="3429000">
                  <a:moveTo>
                    <a:pt x="3429000" y="0"/>
                  </a:moveTo>
                  <a:lnTo>
                    <a:pt x="3429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3429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492240" y="1721358"/>
            <a:ext cx="2286000" cy="207264"/>
            <a:chOff x="27051000" y="7175500"/>
            <a:chExt cx="9525000" cy="85725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525000" cy="857250"/>
            </a:xfrm>
            <a:custGeom>
              <a:avLst/>
              <a:gdLst/>
              <a:ahLst/>
              <a:cxnLst/>
              <a:rect r="r" b="b" t="t" l="l"/>
              <a:pathLst>
                <a:path h="857250" w="9525000">
                  <a:moveTo>
                    <a:pt x="9525000" y="0"/>
                  </a:moveTo>
                  <a:lnTo>
                    <a:pt x="9525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9525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365760" y="1927098"/>
            <a:ext cx="2286000" cy="207264"/>
            <a:chOff x="1524000" y="8032750"/>
            <a:chExt cx="9525000" cy="8572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525000" cy="857250"/>
            </a:xfrm>
            <a:custGeom>
              <a:avLst/>
              <a:gdLst/>
              <a:ahLst/>
              <a:cxnLst/>
              <a:rect r="r" b="b" t="t" l="l"/>
              <a:pathLst>
                <a:path h="857250" w="9525000">
                  <a:moveTo>
                    <a:pt x="9525000" y="0"/>
                  </a:moveTo>
                  <a:lnTo>
                    <a:pt x="9525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9525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2651760" y="1927098"/>
            <a:ext cx="2103120" cy="207264"/>
            <a:chOff x="11049000" y="8032750"/>
            <a:chExt cx="8763000" cy="8572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763000" cy="857250"/>
            </a:xfrm>
            <a:custGeom>
              <a:avLst/>
              <a:gdLst/>
              <a:ahLst/>
              <a:cxnLst/>
              <a:rect r="r" b="b" t="t" l="l"/>
              <a:pathLst>
                <a:path h="857250" w="8763000">
                  <a:moveTo>
                    <a:pt x="8763000" y="0"/>
                  </a:moveTo>
                  <a:lnTo>
                    <a:pt x="8763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8763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4754880" y="1927098"/>
            <a:ext cx="914400" cy="207264"/>
            <a:chOff x="19812000" y="8032750"/>
            <a:chExt cx="3810000" cy="85725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810000" cy="857250"/>
            </a:xfrm>
            <a:custGeom>
              <a:avLst/>
              <a:gdLst/>
              <a:ahLst/>
              <a:cxnLst/>
              <a:rect r="r" b="b" t="t" l="l"/>
              <a:pathLst>
                <a:path h="857250" w="3810000">
                  <a:moveTo>
                    <a:pt x="3810000" y="0"/>
                  </a:moveTo>
                  <a:lnTo>
                    <a:pt x="3810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5669280" y="1927098"/>
            <a:ext cx="822960" cy="207264"/>
            <a:chOff x="23622000" y="8032750"/>
            <a:chExt cx="3429000" cy="8572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429000" cy="857250"/>
            </a:xfrm>
            <a:custGeom>
              <a:avLst/>
              <a:gdLst/>
              <a:ahLst/>
              <a:cxnLst/>
              <a:rect r="r" b="b" t="t" l="l"/>
              <a:pathLst>
                <a:path h="857250" w="3429000">
                  <a:moveTo>
                    <a:pt x="3429000" y="0"/>
                  </a:moveTo>
                  <a:lnTo>
                    <a:pt x="3429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3429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492240" y="1927098"/>
            <a:ext cx="2286000" cy="207264"/>
            <a:chOff x="27051000" y="8032750"/>
            <a:chExt cx="9525000" cy="85725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525000" cy="857250"/>
            </a:xfrm>
            <a:custGeom>
              <a:avLst/>
              <a:gdLst/>
              <a:ahLst/>
              <a:cxnLst/>
              <a:rect r="r" b="b" t="t" l="l"/>
              <a:pathLst>
                <a:path h="857250" w="9525000">
                  <a:moveTo>
                    <a:pt x="9525000" y="0"/>
                  </a:moveTo>
                  <a:lnTo>
                    <a:pt x="9525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9525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365760" y="2132838"/>
            <a:ext cx="2286000" cy="207264"/>
            <a:chOff x="1524000" y="8890000"/>
            <a:chExt cx="9525000" cy="85725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525000" cy="857250"/>
            </a:xfrm>
            <a:custGeom>
              <a:avLst/>
              <a:gdLst/>
              <a:ahLst/>
              <a:cxnLst/>
              <a:rect r="r" b="b" t="t" l="l"/>
              <a:pathLst>
                <a:path h="857250" w="9525000">
                  <a:moveTo>
                    <a:pt x="9525000" y="0"/>
                  </a:moveTo>
                  <a:lnTo>
                    <a:pt x="9525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9525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2651760" y="2132838"/>
            <a:ext cx="2103120" cy="207264"/>
            <a:chOff x="11049000" y="8890000"/>
            <a:chExt cx="8763000" cy="85725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763000" cy="857250"/>
            </a:xfrm>
            <a:custGeom>
              <a:avLst/>
              <a:gdLst/>
              <a:ahLst/>
              <a:cxnLst/>
              <a:rect r="r" b="b" t="t" l="l"/>
              <a:pathLst>
                <a:path h="857250" w="8763000">
                  <a:moveTo>
                    <a:pt x="8763000" y="0"/>
                  </a:moveTo>
                  <a:lnTo>
                    <a:pt x="8763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8763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4754880" y="2132838"/>
            <a:ext cx="914400" cy="207264"/>
            <a:chOff x="19812000" y="8890000"/>
            <a:chExt cx="3810000" cy="85725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810000" cy="857250"/>
            </a:xfrm>
            <a:custGeom>
              <a:avLst/>
              <a:gdLst/>
              <a:ahLst/>
              <a:cxnLst/>
              <a:rect r="r" b="b" t="t" l="l"/>
              <a:pathLst>
                <a:path h="857250" w="3810000">
                  <a:moveTo>
                    <a:pt x="3810000" y="0"/>
                  </a:moveTo>
                  <a:lnTo>
                    <a:pt x="3810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5669280" y="2132838"/>
            <a:ext cx="822960" cy="207264"/>
            <a:chOff x="23622000" y="8890000"/>
            <a:chExt cx="3429000" cy="85725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429000" cy="857250"/>
            </a:xfrm>
            <a:custGeom>
              <a:avLst/>
              <a:gdLst/>
              <a:ahLst/>
              <a:cxnLst/>
              <a:rect r="r" b="b" t="t" l="l"/>
              <a:pathLst>
                <a:path h="857250" w="3429000">
                  <a:moveTo>
                    <a:pt x="3429000" y="0"/>
                  </a:moveTo>
                  <a:lnTo>
                    <a:pt x="3429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3429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6492240" y="2132838"/>
            <a:ext cx="2286000" cy="207264"/>
            <a:chOff x="27051000" y="8890000"/>
            <a:chExt cx="9525000" cy="85725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525000" cy="857250"/>
            </a:xfrm>
            <a:custGeom>
              <a:avLst/>
              <a:gdLst/>
              <a:ahLst/>
              <a:cxnLst/>
              <a:rect r="r" b="b" t="t" l="l"/>
              <a:pathLst>
                <a:path h="857250" w="9525000">
                  <a:moveTo>
                    <a:pt x="9525000" y="0"/>
                  </a:moveTo>
                  <a:lnTo>
                    <a:pt x="9525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9525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8" id="68"/>
          <p:cNvSpPr/>
          <p:nvPr/>
        </p:nvSpPr>
        <p:spPr>
          <a:xfrm flipH="false" flipV="false" rot="0">
            <a:off x="2647188" y="1090422"/>
            <a:ext cx="9525" cy="1255776"/>
          </a:xfrm>
          <a:custGeom>
            <a:avLst/>
            <a:gdLst/>
            <a:ahLst/>
            <a:cxnLst/>
            <a:rect r="r" b="b" t="t" l="l"/>
            <a:pathLst>
              <a:path h="1255776" w="9525">
                <a:moveTo>
                  <a:pt x="0" y="0"/>
                </a:moveTo>
                <a:lnTo>
                  <a:pt x="9525" y="0"/>
                </a:lnTo>
                <a:lnTo>
                  <a:pt x="9525" y="1255776"/>
                </a:lnTo>
                <a:lnTo>
                  <a:pt x="0" y="12557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4750308" y="1090422"/>
            <a:ext cx="9525" cy="1255776"/>
          </a:xfrm>
          <a:custGeom>
            <a:avLst/>
            <a:gdLst/>
            <a:ahLst/>
            <a:cxnLst/>
            <a:rect r="r" b="b" t="t" l="l"/>
            <a:pathLst>
              <a:path h="1255776" w="9525">
                <a:moveTo>
                  <a:pt x="0" y="0"/>
                </a:moveTo>
                <a:lnTo>
                  <a:pt x="9525" y="0"/>
                </a:lnTo>
                <a:lnTo>
                  <a:pt x="9525" y="1255776"/>
                </a:lnTo>
                <a:lnTo>
                  <a:pt x="0" y="12557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5664708" y="1090422"/>
            <a:ext cx="9525" cy="1255776"/>
          </a:xfrm>
          <a:custGeom>
            <a:avLst/>
            <a:gdLst/>
            <a:ahLst/>
            <a:cxnLst/>
            <a:rect r="r" b="b" t="t" l="l"/>
            <a:pathLst>
              <a:path h="1255776" w="9525">
                <a:moveTo>
                  <a:pt x="0" y="0"/>
                </a:moveTo>
                <a:lnTo>
                  <a:pt x="9525" y="0"/>
                </a:lnTo>
                <a:lnTo>
                  <a:pt x="9525" y="1255776"/>
                </a:lnTo>
                <a:lnTo>
                  <a:pt x="0" y="12557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6487668" y="1090422"/>
            <a:ext cx="9525" cy="1255776"/>
          </a:xfrm>
          <a:custGeom>
            <a:avLst/>
            <a:gdLst/>
            <a:ahLst/>
            <a:cxnLst/>
            <a:rect r="r" b="b" t="t" l="l"/>
            <a:pathLst>
              <a:path h="1255776" w="9525">
                <a:moveTo>
                  <a:pt x="0" y="0"/>
                </a:moveTo>
                <a:lnTo>
                  <a:pt x="9525" y="0"/>
                </a:lnTo>
                <a:lnTo>
                  <a:pt x="9525" y="1255776"/>
                </a:lnTo>
                <a:lnTo>
                  <a:pt x="0" y="125577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358140" y="1306068"/>
            <a:ext cx="8427720" cy="9525"/>
          </a:xfrm>
          <a:custGeom>
            <a:avLst/>
            <a:gdLst/>
            <a:ahLst/>
            <a:cxnLst/>
            <a:rect r="r" b="b" t="t" l="l"/>
            <a:pathLst>
              <a:path h="9525" w="8427720">
                <a:moveTo>
                  <a:pt x="0" y="0"/>
                </a:moveTo>
                <a:lnTo>
                  <a:pt x="8427720" y="0"/>
                </a:lnTo>
                <a:lnTo>
                  <a:pt x="842772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358140" y="1511808"/>
            <a:ext cx="8427720" cy="9525"/>
          </a:xfrm>
          <a:custGeom>
            <a:avLst/>
            <a:gdLst/>
            <a:ahLst/>
            <a:cxnLst/>
            <a:rect r="r" b="b" t="t" l="l"/>
            <a:pathLst>
              <a:path h="9525" w="8427720">
                <a:moveTo>
                  <a:pt x="0" y="0"/>
                </a:moveTo>
                <a:lnTo>
                  <a:pt x="8427720" y="0"/>
                </a:lnTo>
                <a:lnTo>
                  <a:pt x="842772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358140" y="1717548"/>
            <a:ext cx="8427720" cy="9525"/>
          </a:xfrm>
          <a:custGeom>
            <a:avLst/>
            <a:gdLst/>
            <a:ahLst/>
            <a:cxnLst/>
            <a:rect r="r" b="b" t="t" l="l"/>
            <a:pathLst>
              <a:path h="9525" w="8427720">
                <a:moveTo>
                  <a:pt x="0" y="0"/>
                </a:moveTo>
                <a:lnTo>
                  <a:pt x="8427720" y="0"/>
                </a:lnTo>
                <a:lnTo>
                  <a:pt x="842772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358140" y="1923288"/>
            <a:ext cx="8427720" cy="9525"/>
          </a:xfrm>
          <a:custGeom>
            <a:avLst/>
            <a:gdLst/>
            <a:ahLst/>
            <a:cxnLst/>
            <a:rect r="r" b="b" t="t" l="l"/>
            <a:pathLst>
              <a:path h="9525" w="8427720">
                <a:moveTo>
                  <a:pt x="0" y="0"/>
                </a:moveTo>
                <a:lnTo>
                  <a:pt x="8427720" y="0"/>
                </a:lnTo>
                <a:lnTo>
                  <a:pt x="842772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358140" y="2129028"/>
            <a:ext cx="8427720" cy="9525"/>
          </a:xfrm>
          <a:custGeom>
            <a:avLst/>
            <a:gdLst/>
            <a:ahLst/>
            <a:cxnLst/>
            <a:rect r="r" b="b" t="t" l="l"/>
            <a:pathLst>
              <a:path h="9525" w="8427720">
                <a:moveTo>
                  <a:pt x="0" y="0"/>
                </a:moveTo>
                <a:lnTo>
                  <a:pt x="8427720" y="0"/>
                </a:lnTo>
                <a:lnTo>
                  <a:pt x="842772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361188" y="1090422"/>
            <a:ext cx="9525" cy="1255776"/>
          </a:xfrm>
          <a:custGeom>
            <a:avLst/>
            <a:gdLst/>
            <a:ahLst/>
            <a:cxnLst/>
            <a:rect r="r" b="b" t="t" l="l"/>
            <a:pathLst>
              <a:path h="1255776" w="9525">
                <a:moveTo>
                  <a:pt x="0" y="0"/>
                </a:moveTo>
                <a:lnTo>
                  <a:pt x="9525" y="0"/>
                </a:lnTo>
                <a:lnTo>
                  <a:pt x="9525" y="1255776"/>
                </a:lnTo>
                <a:lnTo>
                  <a:pt x="0" y="125577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8773668" y="1090422"/>
            <a:ext cx="9525" cy="1255776"/>
          </a:xfrm>
          <a:custGeom>
            <a:avLst/>
            <a:gdLst/>
            <a:ahLst/>
            <a:cxnLst/>
            <a:rect r="r" b="b" t="t" l="l"/>
            <a:pathLst>
              <a:path h="1255776" w="9525">
                <a:moveTo>
                  <a:pt x="0" y="0"/>
                </a:moveTo>
                <a:lnTo>
                  <a:pt x="9525" y="0"/>
                </a:lnTo>
                <a:lnTo>
                  <a:pt x="9525" y="1255776"/>
                </a:lnTo>
                <a:lnTo>
                  <a:pt x="0" y="125577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358140" y="1092708"/>
            <a:ext cx="8427720" cy="9525"/>
          </a:xfrm>
          <a:custGeom>
            <a:avLst/>
            <a:gdLst/>
            <a:ahLst/>
            <a:cxnLst/>
            <a:rect r="r" b="b" t="t" l="l"/>
            <a:pathLst>
              <a:path h="9525" w="8427720">
                <a:moveTo>
                  <a:pt x="0" y="0"/>
                </a:moveTo>
                <a:lnTo>
                  <a:pt x="8427720" y="0"/>
                </a:lnTo>
                <a:lnTo>
                  <a:pt x="842772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358140" y="2334768"/>
            <a:ext cx="8427720" cy="9525"/>
          </a:xfrm>
          <a:custGeom>
            <a:avLst/>
            <a:gdLst/>
            <a:ahLst/>
            <a:cxnLst/>
            <a:rect r="r" b="b" t="t" l="l"/>
            <a:pathLst>
              <a:path h="9525" w="8427720">
                <a:moveTo>
                  <a:pt x="0" y="0"/>
                </a:moveTo>
                <a:lnTo>
                  <a:pt x="8427720" y="0"/>
                </a:lnTo>
                <a:lnTo>
                  <a:pt x="842772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260061" y="4293870"/>
            <a:ext cx="8427720" cy="335280"/>
          </a:xfrm>
          <a:custGeom>
            <a:avLst/>
            <a:gdLst/>
            <a:ahLst/>
            <a:cxnLst/>
            <a:rect r="r" b="b" t="t" l="l"/>
            <a:pathLst>
              <a:path h="335280" w="8427720">
                <a:moveTo>
                  <a:pt x="0" y="0"/>
                </a:moveTo>
                <a:lnTo>
                  <a:pt x="8427720" y="0"/>
                </a:lnTo>
                <a:lnTo>
                  <a:pt x="8427720" y="335280"/>
                </a:lnTo>
                <a:lnTo>
                  <a:pt x="0" y="33528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2" id="82"/>
          <p:cNvSpPr txBox="true"/>
          <p:nvPr/>
        </p:nvSpPr>
        <p:spPr>
          <a:xfrm rot="0">
            <a:off x="365760" y="17316"/>
            <a:ext cx="2884875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Five Services at a Glance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783460" y="528704"/>
            <a:ext cx="29280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365760" y="528704"/>
            <a:ext cx="2977667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Polyglot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—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each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service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uses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different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technology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stack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2013890" y="4346881"/>
            <a:ext cx="5089884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i="true">
                <a:solidFill>
                  <a:srgbClr val="1565C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Each service is independently buildable, deployable, and scalable —the core principle of microservices.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338901" y="1100642"/>
            <a:ext cx="346862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Service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441960" y="1271788"/>
            <a:ext cx="946747" cy="1036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Patient Service Appointment Service Doctor Service Activity Log Service Fr</a:t>
            </a:r>
            <a:r>
              <a:rPr lang="en-US" sz="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ont</a:t>
            </a:r>
            <a:r>
              <a:rPr lang="en-US" sz="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end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3430267" y="1100642"/>
            <a:ext cx="556393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Framework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2727960" y="1271788"/>
            <a:ext cx="771744" cy="1036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Spring Boot 3.2.0 Spark Java 2.9.4 Dropwizard 2.1.6 Vert.x 4.5.1 React 18 + Vite 5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5108896" y="1100642"/>
            <a:ext cx="209845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2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Java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4831080" y="1271788"/>
            <a:ext cx="487661" cy="1006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17 (LTS) 11 (LTS) 11 (LTS) 11 (LTS) Node 20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5979157" y="1100642"/>
            <a:ext cx="207216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Port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5745480" y="1271788"/>
            <a:ext cx="440893" cy="1006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27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8081 8082 8083 8085 3000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7452674" y="1100642"/>
            <a:ext cx="372866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Storage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6568440" y="1271788"/>
            <a:ext cx="1070667" cy="1006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H2 Database (JPA) HashMap (In-memory) HashMap (In-memory) ArrayList (In-memory) —</a:t>
            </a:r>
            <a:r>
              <a:rPr lang="en-US" sz="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(SPA)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8658225" y="4810058"/>
            <a:ext cx="59112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5141976"/>
            <a:chOff x="0" y="0"/>
            <a:chExt cx="38100000" cy="21424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00000" cy="21424900"/>
            </a:xfrm>
            <a:custGeom>
              <a:avLst/>
              <a:gdLst/>
              <a:ahLst/>
              <a:cxnLst/>
              <a:rect r="r" b="b" t="t" l="l"/>
              <a:pathLst>
                <a:path h="21424900" w="38100000">
                  <a:moveTo>
                    <a:pt x="38100000" y="0"/>
                  </a:moveTo>
                  <a:lnTo>
                    <a:pt x="38100000" y="21424900"/>
                  </a:lnTo>
                  <a:lnTo>
                    <a:pt x="0" y="21424900"/>
                  </a:lnTo>
                  <a:lnTo>
                    <a:pt x="0" y="0"/>
                  </a:lnTo>
                  <a:lnTo>
                    <a:pt x="381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7620" y="-7620"/>
            <a:ext cx="9159240" cy="518160"/>
          </a:xfrm>
          <a:custGeom>
            <a:avLst/>
            <a:gdLst/>
            <a:ahLst/>
            <a:cxnLst/>
            <a:rect r="r" b="b" t="t" l="l"/>
            <a:pathLst>
              <a:path h="518160" w="9159240">
                <a:moveTo>
                  <a:pt x="0" y="0"/>
                </a:moveTo>
                <a:lnTo>
                  <a:pt x="9159240" y="0"/>
                </a:lnTo>
                <a:lnTo>
                  <a:pt x="9159240" y="518160"/>
                </a:lnTo>
                <a:lnTo>
                  <a:pt x="0" y="5181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96300" y="4792980"/>
            <a:ext cx="381000" cy="243840"/>
          </a:xfrm>
          <a:custGeom>
            <a:avLst/>
            <a:gdLst/>
            <a:ahLst/>
            <a:cxnLst/>
            <a:rect r="r" b="b" t="t" l="l"/>
            <a:pathLst>
              <a:path h="243840" w="381000">
                <a:moveTo>
                  <a:pt x="0" y="0"/>
                </a:moveTo>
                <a:lnTo>
                  <a:pt x="381000" y="0"/>
                </a:lnTo>
                <a:lnTo>
                  <a:pt x="381000" y="243840"/>
                </a:lnTo>
                <a:lnTo>
                  <a:pt x="0" y="2438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58140" y="1071372"/>
            <a:ext cx="1386840" cy="417576"/>
          </a:xfrm>
          <a:custGeom>
            <a:avLst/>
            <a:gdLst/>
            <a:ahLst/>
            <a:cxnLst/>
            <a:rect r="r" b="b" t="t" l="l"/>
            <a:pathLst>
              <a:path h="417576" w="1386840">
                <a:moveTo>
                  <a:pt x="0" y="0"/>
                </a:moveTo>
                <a:lnTo>
                  <a:pt x="1386840" y="0"/>
                </a:lnTo>
                <a:lnTo>
                  <a:pt x="1386840" y="417576"/>
                </a:lnTo>
                <a:lnTo>
                  <a:pt x="0" y="4175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75460" y="1071372"/>
            <a:ext cx="2529840" cy="417576"/>
          </a:xfrm>
          <a:custGeom>
            <a:avLst/>
            <a:gdLst/>
            <a:ahLst/>
            <a:cxnLst/>
            <a:rect r="r" b="b" t="t" l="l"/>
            <a:pathLst>
              <a:path h="417576" w="2529840">
                <a:moveTo>
                  <a:pt x="0" y="0"/>
                </a:moveTo>
                <a:lnTo>
                  <a:pt x="2529840" y="0"/>
                </a:lnTo>
                <a:lnTo>
                  <a:pt x="2529840" y="417576"/>
                </a:lnTo>
                <a:lnTo>
                  <a:pt x="0" y="4175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8140" y="1601724"/>
            <a:ext cx="1386840" cy="417576"/>
          </a:xfrm>
          <a:custGeom>
            <a:avLst/>
            <a:gdLst/>
            <a:ahLst/>
            <a:cxnLst/>
            <a:rect r="r" b="b" t="t" l="l"/>
            <a:pathLst>
              <a:path h="417576" w="1386840">
                <a:moveTo>
                  <a:pt x="0" y="0"/>
                </a:moveTo>
                <a:lnTo>
                  <a:pt x="1386840" y="0"/>
                </a:lnTo>
                <a:lnTo>
                  <a:pt x="1386840" y="417576"/>
                </a:lnTo>
                <a:lnTo>
                  <a:pt x="0" y="4175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75460" y="1601724"/>
            <a:ext cx="2529840" cy="417576"/>
          </a:xfrm>
          <a:custGeom>
            <a:avLst/>
            <a:gdLst/>
            <a:ahLst/>
            <a:cxnLst/>
            <a:rect r="r" b="b" t="t" l="l"/>
            <a:pathLst>
              <a:path h="417576" w="2529840">
                <a:moveTo>
                  <a:pt x="0" y="0"/>
                </a:moveTo>
                <a:lnTo>
                  <a:pt x="2529840" y="0"/>
                </a:lnTo>
                <a:lnTo>
                  <a:pt x="2529840" y="417576"/>
                </a:lnTo>
                <a:lnTo>
                  <a:pt x="0" y="4175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58140" y="2132076"/>
            <a:ext cx="1386840" cy="417576"/>
          </a:xfrm>
          <a:custGeom>
            <a:avLst/>
            <a:gdLst/>
            <a:ahLst/>
            <a:cxnLst/>
            <a:rect r="r" b="b" t="t" l="l"/>
            <a:pathLst>
              <a:path h="417576" w="1386840">
                <a:moveTo>
                  <a:pt x="0" y="0"/>
                </a:moveTo>
                <a:lnTo>
                  <a:pt x="1386840" y="0"/>
                </a:lnTo>
                <a:lnTo>
                  <a:pt x="1386840" y="417576"/>
                </a:lnTo>
                <a:lnTo>
                  <a:pt x="0" y="4175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75460" y="2132076"/>
            <a:ext cx="2529840" cy="417576"/>
          </a:xfrm>
          <a:custGeom>
            <a:avLst/>
            <a:gdLst/>
            <a:ahLst/>
            <a:cxnLst/>
            <a:rect r="r" b="b" t="t" l="l"/>
            <a:pathLst>
              <a:path h="417576" w="2529840">
                <a:moveTo>
                  <a:pt x="0" y="0"/>
                </a:moveTo>
                <a:lnTo>
                  <a:pt x="2529840" y="0"/>
                </a:lnTo>
                <a:lnTo>
                  <a:pt x="2529840" y="417576"/>
                </a:lnTo>
                <a:lnTo>
                  <a:pt x="0" y="4175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58140" y="2662428"/>
            <a:ext cx="1386840" cy="417576"/>
          </a:xfrm>
          <a:custGeom>
            <a:avLst/>
            <a:gdLst/>
            <a:ahLst/>
            <a:cxnLst/>
            <a:rect r="r" b="b" t="t" l="l"/>
            <a:pathLst>
              <a:path h="417576" w="1386840">
                <a:moveTo>
                  <a:pt x="0" y="0"/>
                </a:moveTo>
                <a:lnTo>
                  <a:pt x="1386840" y="0"/>
                </a:lnTo>
                <a:lnTo>
                  <a:pt x="1386840" y="417576"/>
                </a:lnTo>
                <a:lnTo>
                  <a:pt x="0" y="4175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75460" y="2662428"/>
            <a:ext cx="2529840" cy="417576"/>
          </a:xfrm>
          <a:custGeom>
            <a:avLst/>
            <a:gdLst/>
            <a:ahLst/>
            <a:cxnLst/>
            <a:rect r="r" b="b" t="t" l="l"/>
            <a:pathLst>
              <a:path h="417576" w="2529840">
                <a:moveTo>
                  <a:pt x="0" y="0"/>
                </a:moveTo>
                <a:lnTo>
                  <a:pt x="2529840" y="0"/>
                </a:lnTo>
                <a:lnTo>
                  <a:pt x="2529840" y="417576"/>
                </a:lnTo>
                <a:lnTo>
                  <a:pt x="0" y="4175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58140" y="3192780"/>
            <a:ext cx="1386840" cy="417576"/>
          </a:xfrm>
          <a:custGeom>
            <a:avLst/>
            <a:gdLst/>
            <a:ahLst/>
            <a:cxnLst/>
            <a:rect r="r" b="b" t="t" l="l"/>
            <a:pathLst>
              <a:path h="417576" w="1386840">
                <a:moveTo>
                  <a:pt x="0" y="0"/>
                </a:moveTo>
                <a:lnTo>
                  <a:pt x="1386840" y="0"/>
                </a:lnTo>
                <a:lnTo>
                  <a:pt x="1386840" y="417576"/>
                </a:lnTo>
                <a:lnTo>
                  <a:pt x="0" y="4175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75460" y="3192780"/>
            <a:ext cx="2529840" cy="417576"/>
          </a:xfrm>
          <a:custGeom>
            <a:avLst/>
            <a:gdLst/>
            <a:ahLst/>
            <a:cxnLst/>
            <a:rect r="r" b="b" t="t" l="l"/>
            <a:pathLst>
              <a:path h="417576" w="2529840">
                <a:moveTo>
                  <a:pt x="0" y="0"/>
                </a:moveTo>
                <a:lnTo>
                  <a:pt x="2529840" y="0"/>
                </a:lnTo>
                <a:lnTo>
                  <a:pt x="2529840" y="417576"/>
                </a:lnTo>
                <a:lnTo>
                  <a:pt x="0" y="4175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58140" y="3723132"/>
            <a:ext cx="1386840" cy="417576"/>
          </a:xfrm>
          <a:custGeom>
            <a:avLst/>
            <a:gdLst/>
            <a:ahLst/>
            <a:cxnLst/>
            <a:rect r="r" b="b" t="t" l="l"/>
            <a:pathLst>
              <a:path h="417576" w="1386840">
                <a:moveTo>
                  <a:pt x="0" y="0"/>
                </a:moveTo>
                <a:lnTo>
                  <a:pt x="1386840" y="0"/>
                </a:lnTo>
                <a:lnTo>
                  <a:pt x="1386840" y="417576"/>
                </a:lnTo>
                <a:lnTo>
                  <a:pt x="0" y="4175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75460" y="3723132"/>
            <a:ext cx="2529840" cy="417576"/>
          </a:xfrm>
          <a:custGeom>
            <a:avLst/>
            <a:gdLst/>
            <a:ahLst/>
            <a:cxnLst/>
            <a:rect r="r" b="b" t="t" l="l"/>
            <a:pathLst>
              <a:path h="417576" w="2529840">
                <a:moveTo>
                  <a:pt x="0" y="0"/>
                </a:moveTo>
                <a:lnTo>
                  <a:pt x="2529840" y="0"/>
                </a:lnTo>
                <a:lnTo>
                  <a:pt x="2529840" y="417576"/>
                </a:lnTo>
                <a:lnTo>
                  <a:pt x="0" y="4175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564380" y="1071372"/>
            <a:ext cx="838200" cy="417576"/>
          </a:xfrm>
          <a:custGeom>
            <a:avLst/>
            <a:gdLst/>
            <a:ahLst/>
            <a:cxnLst/>
            <a:rect r="r" b="b" t="t" l="l"/>
            <a:pathLst>
              <a:path h="417576" w="838200">
                <a:moveTo>
                  <a:pt x="0" y="0"/>
                </a:moveTo>
                <a:lnTo>
                  <a:pt x="838200" y="0"/>
                </a:lnTo>
                <a:lnTo>
                  <a:pt x="838200" y="417576"/>
                </a:lnTo>
                <a:lnTo>
                  <a:pt x="0" y="41757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433060" y="1071372"/>
            <a:ext cx="3352800" cy="417576"/>
          </a:xfrm>
          <a:custGeom>
            <a:avLst/>
            <a:gdLst/>
            <a:ahLst/>
            <a:cxnLst/>
            <a:rect r="r" b="b" t="t" l="l"/>
            <a:pathLst>
              <a:path h="417576" w="3352800">
                <a:moveTo>
                  <a:pt x="0" y="0"/>
                </a:moveTo>
                <a:lnTo>
                  <a:pt x="3352800" y="0"/>
                </a:lnTo>
                <a:lnTo>
                  <a:pt x="3352800" y="417576"/>
                </a:lnTo>
                <a:lnTo>
                  <a:pt x="0" y="41757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564380" y="1601724"/>
            <a:ext cx="838200" cy="417576"/>
          </a:xfrm>
          <a:custGeom>
            <a:avLst/>
            <a:gdLst/>
            <a:ahLst/>
            <a:cxnLst/>
            <a:rect r="r" b="b" t="t" l="l"/>
            <a:pathLst>
              <a:path h="417576" w="838200">
                <a:moveTo>
                  <a:pt x="0" y="0"/>
                </a:moveTo>
                <a:lnTo>
                  <a:pt x="838200" y="0"/>
                </a:lnTo>
                <a:lnTo>
                  <a:pt x="838200" y="417576"/>
                </a:lnTo>
                <a:lnTo>
                  <a:pt x="0" y="41757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433060" y="1601724"/>
            <a:ext cx="3352800" cy="417576"/>
          </a:xfrm>
          <a:custGeom>
            <a:avLst/>
            <a:gdLst/>
            <a:ahLst/>
            <a:cxnLst/>
            <a:rect r="r" b="b" t="t" l="l"/>
            <a:pathLst>
              <a:path h="417576" w="3352800">
                <a:moveTo>
                  <a:pt x="0" y="0"/>
                </a:moveTo>
                <a:lnTo>
                  <a:pt x="3352800" y="0"/>
                </a:lnTo>
                <a:lnTo>
                  <a:pt x="3352800" y="417576"/>
                </a:lnTo>
                <a:lnTo>
                  <a:pt x="0" y="41757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564380" y="2132076"/>
            <a:ext cx="838200" cy="417576"/>
          </a:xfrm>
          <a:custGeom>
            <a:avLst/>
            <a:gdLst/>
            <a:ahLst/>
            <a:cxnLst/>
            <a:rect r="r" b="b" t="t" l="l"/>
            <a:pathLst>
              <a:path h="417576" w="838200">
                <a:moveTo>
                  <a:pt x="0" y="0"/>
                </a:moveTo>
                <a:lnTo>
                  <a:pt x="838200" y="0"/>
                </a:lnTo>
                <a:lnTo>
                  <a:pt x="838200" y="417576"/>
                </a:lnTo>
                <a:lnTo>
                  <a:pt x="0" y="41757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433060" y="2132076"/>
            <a:ext cx="3352800" cy="417576"/>
          </a:xfrm>
          <a:custGeom>
            <a:avLst/>
            <a:gdLst/>
            <a:ahLst/>
            <a:cxnLst/>
            <a:rect r="r" b="b" t="t" l="l"/>
            <a:pathLst>
              <a:path h="417576" w="3352800">
                <a:moveTo>
                  <a:pt x="0" y="0"/>
                </a:moveTo>
                <a:lnTo>
                  <a:pt x="3352800" y="0"/>
                </a:lnTo>
                <a:lnTo>
                  <a:pt x="3352800" y="417576"/>
                </a:lnTo>
                <a:lnTo>
                  <a:pt x="0" y="41757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564380" y="2662428"/>
            <a:ext cx="838200" cy="417576"/>
          </a:xfrm>
          <a:custGeom>
            <a:avLst/>
            <a:gdLst/>
            <a:ahLst/>
            <a:cxnLst/>
            <a:rect r="r" b="b" t="t" l="l"/>
            <a:pathLst>
              <a:path h="417576" w="838200">
                <a:moveTo>
                  <a:pt x="0" y="0"/>
                </a:moveTo>
                <a:lnTo>
                  <a:pt x="838200" y="0"/>
                </a:lnTo>
                <a:lnTo>
                  <a:pt x="838200" y="417576"/>
                </a:lnTo>
                <a:lnTo>
                  <a:pt x="0" y="417576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433060" y="2662428"/>
            <a:ext cx="3352800" cy="417576"/>
          </a:xfrm>
          <a:custGeom>
            <a:avLst/>
            <a:gdLst/>
            <a:ahLst/>
            <a:cxnLst/>
            <a:rect r="r" b="b" t="t" l="l"/>
            <a:pathLst>
              <a:path h="417576" w="3352800">
                <a:moveTo>
                  <a:pt x="0" y="0"/>
                </a:moveTo>
                <a:lnTo>
                  <a:pt x="3352800" y="0"/>
                </a:lnTo>
                <a:lnTo>
                  <a:pt x="3352800" y="417576"/>
                </a:lnTo>
                <a:lnTo>
                  <a:pt x="0" y="41757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564380" y="3192780"/>
            <a:ext cx="838200" cy="417576"/>
          </a:xfrm>
          <a:custGeom>
            <a:avLst/>
            <a:gdLst/>
            <a:ahLst/>
            <a:cxnLst/>
            <a:rect r="r" b="b" t="t" l="l"/>
            <a:pathLst>
              <a:path h="417576" w="838200">
                <a:moveTo>
                  <a:pt x="0" y="0"/>
                </a:moveTo>
                <a:lnTo>
                  <a:pt x="838200" y="0"/>
                </a:lnTo>
                <a:lnTo>
                  <a:pt x="838200" y="417576"/>
                </a:lnTo>
                <a:lnTo>
                  <a:pt x="0" y="417576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5433060" y="3192780"/>
            <a:ext cx="3352800" cy="417576"/>
          </a:xfrm>
          <a:custGeom>
            <a:avLst/>
            <a:gdLst/>
            <a:ahLst/>
            <a:cxnLst/>
            <a:rect r="r" b="b" t="t" l="l"/>
            <a:pathLst>
              <a:path h="417576" w="3352800">
                <a:moveTo>
                  <a:pt x="0" y="0"/>
                </a:moveTo>
                <a:lnTo>
                  <a:pt x="3352800" y="0"/>
                </a:lnTo>
                <a:lnTo>
                  <a:pt x="3352800" y="417576"/>
                </a:lnTo>
                <a:lnTo>
                  <a:pt x="0" y="41757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4564380" y="3723132"/>
            <a:ext cx="838200" cy="417576"/>
          </a:xfrm>
          <a:custGeom>
            <a:avLst/>
            <a:gdLst/>
            <a:ahLst/>
            <a:cxnLst/>
            <a:rect r="r" b="b" t="t" l="l"/>
            <a:pathLst>
              <a:path h="417576" w="838200">
                <a:moveTo>
                  <a:pt x="0" y="0"/>
                </a:moveTo>
                <a:lnTo>
                  <a:pt x="838200" y="0"/>
                </a:lnTo>
                <a:lnTo>
                  <a:pt x="838200" y="417576"/>
                </a:lnTo>
                <a:lnTo>
                  <a:pt x="0" y="417576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5433060" y="3723132"/>
            <a:ext cx="3352800" cy="417576"/>
          </a:xfrm>
          <a:custGeom>
            <a:avLst/>
            <a:gdLst/>
            <a:ahLst/>
            <a:cxnLst/>
            <a:rect r="r" b="b" t="t" l="l"/>
            <a:pathLst>
              <a:path h="417576" w="3352800">
                <a:moveTo>
                  <a:pt x="0" y="0"/>
                </a:moveTo>
                <a:lnTo>
                  <a:pt x="3352800" y="0"/>
                </a:lnTo>
                <a:lnTo>
                  <a:pt x="3352800" y="417576"/>
                </a:lnTo>
                <a:lnTo>
                  <a:pt x="0" y="41757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358140" y="4737259"/>
            <a:ext cx="8427720" cy="316992"/>
          </a:xfrm>
          <a:custGeom>
            <a:avLst/>
            <a:gdLst/>
            <a:ahLst/>
            <a:cxnLst/>
            <a:rect r="r" b="b" t="t" l="l"/>
            <a:pathLst>
              <a:path h="316992" w="8427720">
                <a:moveTo>
                  <a:pt x="0" y="0"/>
                </a:moveTo>
                <a:lnTo>
                  <a:pt x="8427720" y="0"/>
                </a:lnTo>
                <a:lnTo>
                  <a:pt x="8427720" y="316992"/>
                </a:lnTo>
                <a:lnTo>
                  <a:pt x="0" y="316992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365760" y="17316"/>
            <a:ext cx="4174579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Patient Service —Spring Boot 3.2.0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94236" y="528704"/>
            <a:ext cx="29280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65760" y="528704"/>
            <a:ext cx="2746115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Java17LTS | H2In-memoryDatabase | Port8081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872215" y="4781126"/>
            <a:ext cx="4866170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LogClient @Component → async fire-and-forget logging → never blocks the main service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9957" y="2767898"/>
            <a:ext cx="207216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Port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8376" y="1707194"/>
            <a:ext cx="209845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2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Java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29326" y="3298250"/>
            <a:ext cx="248726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Build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22973" y="3828602"/>
            <a:ext cx="262480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2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27723" y="2237546"/>
            <a:ext cx="457019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2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Database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78507" y="1176842"/>
            <a:ext cx="556393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Framework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874520" y="2763784"/>
            <a:ext cx="233991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8081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874520" y="1703080"/>
            <a:ext cx="372142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17 (LTS)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874520" y="1172728"/>
            <a:ext cx="810835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Spring Boot 3.2.0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874520" y="3824488"/>
            <a:ext cx="929602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WebMvcConfigurer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874520" y="2233432"/>
            <a:ext cx="977227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H2 + Spring Data JPA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874520" y="3294136"/>
            <a:ext cx="1238288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1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spring-boot-maven-plugin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890611" y="1176842"/>
            <a:ext cx="188843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890611" y="1707194"/>
            <a:ext cx="188843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890611" y="2237546"/>
            <a:ext cx="188843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887439" y="3298250"/>
            <a:ext cx="195348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858864" y="2767898"/>
            <a:ext cx="253622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POST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812030" y="3828602"/>
            <a:ext cx="349987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DELETE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658225" y="4810058"/>
            <a:ext cx="59112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486400" y="1230478"/>
            <a:ext cx="905456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/api/patients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486400" y="2821534"/>
            <a:ext cx="905456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/api/patients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486400" y="1760830"/>
            <a:ext cx="1253576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/api/patients/{id}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486400" y="3351886"/>
            <a:ext cx="1253576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/api/patients/{id}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486400" y="3882238"/>
            <a:ext cx="1253576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/api/patients/{id}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486400" y="2291182"/>
            <a:ext cx="1601705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/api/patients/tc/{tcNo}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5141976"/>
            <a:chOff x="0" y="0"/>
            <a:chExt cx="38100000" cy="21424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00000" cy="21424900"/>
            </a:xfrm>
            <a:custGeom>
              <a:avLst/>
              <a:gdLst/>
              <a:ahLst/>
              <a:cxnLst/>
              <a:rect r="r" b="b" t="t" l="l"/>
              <a:pathLst>
                <a:path h="21424900" w="38100000">
                  <a:moveTo>
                    <a:pt x="38100000" y="0"/>
                  </a:moveTo>
                  <a:lnTo>
                    <a:pt x="38100000" y="21424900"/>
                  </a:lnTo>
                  <a:lnTo>
                    <a:pt x="0" y="21424900"/>
                  </a:lnTo>
                  <a:lnTo>
                    <a:pt x="0" y="0"/>
                  </a:lnTo>
                  <a:lnTo>
                    <a:pt x="381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762"/>
            <a:ext cx="9144000" cy="5145024"/>
            <a:chOff x="0" y="0"/>
            <a:chExt cx="38100000" cy="21431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100000" cy="21431250"/>
            </a:xfrm>
            <a:custGeom>
              <a:avLst/>
              <a:gdLst/>
              <a:ahLst/>
              <a:cxnLst/>
              <a:rect r="r" b="b" t="t" l="l"/>
              <a:pathLst>
                <a:path h="21431250" w="38100000">
                  <a:moveTo>
                    <a:pt x="38100000" y="0"/>
                  </a:moveTo>
                  <a:lnTo>
                    <a:pt x="38100000" y="21431250"/>
                  </a:lnTo>
                  <a:lnTo>
                    <a:pt x="0" y="21431250"/>
                  </a:lnTo>
                  <a:lnTo>
                    <a:pt x="0" y="0"/>
                  </a:lnTo>
                  <a:lnTo>
                    <a:pt x="381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7620" y="-7620"/>
            <a:ext cx="9159240" cy="518160"/>
          </a:xfrm>
          <a:custGeom>
            <a:avLst/>
            <a:gdLst/>
            <a:ahLst/>
            <a:cxnLst/>
            <a:rect r="r" b="b" t="t" l="l"/>
            <a:pathLst>
              <a:path h="518160" w="9159240">
                <a:moveTo>
                  <a:pt x="0" y="0"/>
                </a:moveTo>
                <a:lnTo>
                  <a:pt x="9159240" y="0"/>
                </a:lnTo>
                <a:lnTo>
                  <a:pt x="9159240" y="518160"/>
                </a:lnTo>
                <a:lnTo>
                  <a:pt x="0" y="5181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96300" y="4792980"/>
            <a:ext cx="381000" cy="243840"/>
          </a:xfrm>
          <a:custGeom>
            <a:avLst/>
            <a:gdLst/>
            <a:ahLst/>
            <a:cxnLst/>
            <a:rect r="r" b="b" t="t" l="l"/>
            <a:pathLst>
              <a:path h="243840" w="381000">
                <a:moveTo>
                  <a:pt x="0" y="0"/>
                </a:moveTo>
                <a:lnTo>
                  <a:pt x="381000" y="0"/>
                </a:lnTo>
                <a:lnTo>
                  <a:pt x="381000" y="243840"/>
                </a:lnTo>
                <a:lnTo>
                  <a:pt x="0" y="2438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8140" y="1071372"/>
            <a:ext cx="8427720" cy="417576"/>
          </a:xfrm>
          <a:custGeom>
            <a:avLst/>
            <a:gdLst/>
            <a:ahLst/>
            <a:cxnLst/>
            <a:rect r="r" b="b" t="t" l="l"/>
            <a:pathLst>
              <a:path h="417576" w="8427720">
                <a:moveTo>
                  <a:pt x="0" y="0"/>
                </a:moveTo>
                <a:lnTo>
                  <a:pt x="8427720" y="0"/>
                </a:lnTo>
                <a:lnTo>
                  <a:pt x="8427720" y="417576"/>
                </a:lnTo>
                <a:lnTo>
                  <a:pt x="0" y="4175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58140" y="1601724"/>
            <a:ext cx="1295400" cy="381000"/>
          </a:xfrm>
          <a:custGeom>
            <a:avLst/>
            <a:gdLst/>
            <a:ahLst/>
            <a:cxnLst/>
            <a:rect r="r" b="b" t="t" l="l"/>
            <a:pathLst>
              <a:path h="381000" w="1295400">
                <a:moveTo>
                  <a:pt x="0" y="0"/>
                </a:moveTo>
                <a:lnTo>
                  <a:pt x="1295400" y="0"/>
                </a:lnTo>
                <a:lnTo>
                  <a:pt x="12954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84020" y="1601724"/>
            <a:ext cx="2209800" cy="381000"/>
          </a:xfrm>
          <a:custGeom>
            <a:avLst/>
            <a:gdLst/>
            <a:ahLst/>
            <a:cxnLst/>
            <a:rect r="r" b="b" t="t" l="l"/>
            <a:pathLst>
              <a:path h="381000" w="2209800">
                <a:moveTo>
                  <a:pt x="0" y="0"/>
                </a:moveTo>
                <a:lnTo>
                  <a:pt x="2209800" y="0"/>
                </a:lnTo>
                <a:lnTo>
                  <a:pt x="22098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58140" y="2077212"/>
            <a:ext cx="1295400" cy="381000"/>
          </a:xfrm>
          <a:custGeom>
            <a:avLst/>
            <a:gdLst/>
            <a:ahLst/>
            <a:cxnLst/>
            <a:rect r="r" b="b" t="t" l="l"/>
            <a:pathLst>
              <a:path h="381000" w="1295400">
                <a:moveTo>
                  <a:pt x="0" y="0"/>
                </a:moveTo>
                <a:lnTo>
                  <a:pt x="1295400" y="0"/>
                </a:lnTo>
                <a:lnTo>
                  <a:pt x="12954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84020" y="2077212"/>
            <a:ext cx="2209800" cy="381000"/>
          </a:xfrm>
          <a:custGeom>
            <a:avLst/>
            <a:gdLst/>
            <a:ahLst/>
            <a:cxnLst/>
            <a:rect r="r" b="b" t="t" l="l"/>
            <a:pathLst>
              <a:path h="381000" w="2209800">
                <a:moveTo>
                  <a:pt x="0" y="0"/>
                </a:moveTo>
                <a:lnTo>
                  <a:pt x="2209800" y="0"/>
                </a:lnTo>
                <a:lnTo>
                  <a:pt x="22098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58140" y="2552700"/>
            <a:ext cx="1295400" cy="381000"/>
          </a:xfrm>
          <a:custGeom>
            <a:avLst/>
            <a:gdLst/>
            <a:ahLst/>
            <a:cxnLst/>
            <a:rect r="r" b="b" t="t" l="l"/>
            <a:pathLst>
              <a:path h="381000" w="1295400">
                <a:moveTo>
                  <a:pt x="0" y="0"/>
                </a:moveTo>
                <a:lnTo>
                  <a:pt x="1295400" y="0"/>
                </a:lnTo>
                <a:lnTo>
                  <a:pt x="12954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84020" y="2552700"/>
            <a:ext cx="2209800" cy="381000"/>
          </a:xfrm>
          <a:custGeom>
            <a:avLst/>
            <a:gdLst/>
            <a:ahLst/>
            <a:cxnLst/>
            <a:rect r="r" b="b" t="t" l="l"/>
            <a:pathLst>
              <a:path h="381000" w="2209800">
                <a:moveTo>
                  <a:pt x="0" y="0"/>
                </a:moveTo>
                <a:lnTo>
                  <a:pt x="2209800" y="0"/>
                </a:lnTo>
                <a:lnTo>
                  <a:pt x="22098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58140" y="3028188"/>
            <a:ext cx="1295400" cy="381000"/>
          </a:xfrm>
          <a:custGeom>
            <a:avLst/>
            <a:gdLst/>
            <a:ahLst/>
            <a:cxnLst/>
            <a:rect r="r" b="b" t="t" l="l"/>
            <a:pathLst>
              <a:path h="381000" w="1295400">
                <a:moveTo>
                  <a:pt x="0" y="0"/>
                </a:moveTo>
                <a:lnTo>
                  <a:pt x="1295400" y="0"/>
                </a:lnTo>
                <a:lnTo>
                  <a:pt x="12954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84020" y="3028188"/>
            <a:ext cx="2209800" cy="381000"/>
          </a:xfrm>
          <a:custGeom>
            <a:avLst/>
            <a:gdLst/>
            <a:ahLst/>
            <a:cxnLst/>
            <a:rect r="r" b="b" t="t" l="l"/>
            <a:pathLst>
              <a:path h="381000" w="2209800">
                <a:moveTo>
                  <a:pt x="0" y="0"/>
                </a:moveTo>
                <a:lnTo>
                  <a:pt x="2209800" y="0"/>
                </a:lnTo>
                <a:lnTo>
                  <a:pt x="22098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58140" y="3503676"/>
            <a:ext cx="1295400" cy="381000"/>
          </a:xfrm>
          <a:custGeom>
            <a:avLst/>
            <a:gdLst/>
            <a:ahLst/>
            <a:cxnLst/>
            <a:rect r="r" b="b" t="t" l="l"/>
            <a:pathLst>
              <a:path h="381000" w="1295400">
                <a:moveTo>
                  <a:pt x="0" y="0"/>
                </a:moveTo>
                <a:lnTo>
                  <a:pt x="1295400" y="0"/>
                </a:lnTo>
                <a:lnTo>
                  <a:pt x="12954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84020" y="3503676"/>
            <a:ext cx="2209800" cy="381000"/>
          </a:xfrm>
          <a:custGeom>
            <a:avLst/>
            <a:gdLst/>
            <a:ahLst/>
            <a:cxnLst/>
            <a:rect r="r" b="b" t="t" l="l"/>
            <a:pathLst>
              <a:path h="381000" w="2209800">
                <a:moveTo>
                  <a:pt x="0" y="0"/>
                </a:moveTo>
                <a:lnTo>
                  <a:pt x="2209800" y="0"/>
                </a:lnTo>
                <a:lnTo>
                  <a:pt x="22098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506980" y="4271772"/>
            <a:ext cx="1386840" cy="289560"/>
          </a:xfrm>
          <a:custGeom>
            <a:avLst/>
            <a:gdLst/>
            <a:ahLst/>
            <a:cxnLst/>
            <a:rect r="r" b="b" t="t" l="l"/>
            <a:pathLst>
              <a:path h="289560" w="1386840">
                <a:moveTo>
                  <a:pt x="0" y="0"/>
                </a:moveTo>
                <a:lnTo>
                  <a:pt x="1386840" y="0"/>
                </a:lnTo>
                <a:lnTo>
                  <a:pt x="1386840" y="289560"/>
                </a:lnTo>
                <a:lnTo>
                  <a:pt x="0" y="28956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970020" y="4271772"/>
            <a:ext cx="1569720" cy="289560"/>
          </a:xfrm>
          <a:custGeom>
            <a:avLst/>
            <a:gdLst/>
            <a:ahLst/>
            <a:cxnLst/>
            <a:rect r="r" b="b" t="t" l="l"/>
            <a:pathLst>
              <a:path h="289560" w="1569720">
                <a:moveTo>
                  <a:pt x="0" y="0"/>
                </a:moveTo>
                <a:lnTo>
                  <a:pt x="1569720" y="0"/>
                </a:lnTo>
                <a:lnTo>
                  <a:pt x="1569720" y="289560"/>
                </a:lnTo>
                <a:lnTo>
                  <a:pt x="0" y="28956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615940" y="4271772"/>
            <a:ext cx="1112520" cy="289560"/>
          </a:xfrm>
          <a:custGeom>
            <a:avLst/>
            <a:gdLst/>
            <a:ahLst/>
            <a:cxnLst/>
            <a:rect r="r" b="b" t="t" l="l"/>
            <a:pathLst>
              <a:path h="289560" w="1112520">
                <a:moveTo>
                  <a:pt x="0" y="0"/>
                </a:moveTo>
                <a:lnTo>
                  <a:pt x="1112520" y="0"/>
                </a:lnTo>
                <a:lnTo>
                  <a:pt x="1112520" y="289560"/>
                </a:lnTo>
                <a:lnTo>
                  <a:pt x="0" y="28956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152900" y="1601724"/>
            <a:ext cx="4632960" cy="2575560"/>
          </a:xfrm>
          <a:custGeom>
            <a:avLst/>
            <a:gdLst/>
            <a:ahLst/>
            <a:cxnLst/>
            <a:rect r="r" b="b" t="t" l="l"/>
            <a:pathLst>
              <a:path h="2575560" w="4632960">
                <a:moveTo>
                  <a:pt x="0" y="0"/>
                </a:moveTo>
                <a:lnTo>
                  <a:pt x="4632960" y="0"/>
                </a:lnTo>
                <a:lnTo>
                  <a:pt x="4632960" y="2575560"/>
                </a:lnTo>
                <a:lnTo>
                  <a:pt x="0" y="257556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152900" y="1601724"/>
            <a:ext cx="70104" cy="2575560"/>
          </a:xfrm>
          <a:custGeom>
            <a:avLst/>
            <a:gdLst/>
            <a:ahLst/>
            <a:cxnLst/>
            <a:rect r="r" b="b" t="t" l="l"/>
            <a:pathLst>
              <a:path h="2575560" w="70104">
                <a:moveTo>
                  <a:pt x="0" y="0"/>
                </a:moveTo>
                <a:lnTo>
                  <a:pt x="70104" y="0"/>
                </a:lnTo>
                <a:lnTo>
                  <a:pt x="70104" y="2575560"/>
                </a:lnTo>
                <a:lnTo>
                  <a:pt x="0" y="257556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65760" y="17316"/>
            <a:ext cx="4758099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Appointment Service —Spark Java 2.9.4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3331" y="528704"/>
            <a:ext cx="29280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65760" y="528704"/>
            <a:ext cx="3260198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Lightweight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micro-framework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—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entire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service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in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ONE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Java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file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04237" y="3115370"/>
            <a:ext cx="207216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Port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02656" y="2164394"/>
            <a:ext cx="209845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2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Java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83606" y="2639882"/>
            <a:ext cx="250069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JSON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23274" y="3590858"/>
            <a:ext cx="372866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Storage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32787" y="1688906"/>
            <a:ext cx="556393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Framework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65760" y="4304090"/>
            <a:ext cx="1013689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2">
                <a:solidFill>
                  <a:srgbClr val="546E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Appointment Status: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83080" y="3111256"/>
            <a:ext cx="233991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8082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783080" y="2160280"/>
            <a:ext cx="372142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11 (LTS)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83080" y="2635768"/>
            <a:ext cx="559498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Gson 2.10.1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783080" y="1684792"/>
            <a:ext cx="750751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Spark Java 2.9.4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783080" y="3586744"/>
            <a:ext cx="1126922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HashMap + AtomicLong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970209" y="4313234"/>
            <a:ext cx="468820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BEKLIYOR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409599" y="4313234"/>
            <a:ext cx="704764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TAMAMLANDI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039641" y="4313234"/>
            <a:ext cx="271129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IPTAL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658225" y="4810058"/>
            <a:ext cx="59112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277266" y="1154516"/>
            <a:ext cx="4681604" cy="21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1565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Spark Java: Express-style DSL | Embedded Jetty | No boilerplate | Port 8082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288536" y="1718158"/>
            <a:ext cx="733796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port(8082);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288536" y="1974190"/>
            <a:ext cx="1464116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before((req, res) -&gt; {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548883" y="2099158"/>
            <a:ext cx="3123790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res.header("Access-Control-Allow-Origin", "*");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288536" y="2227174"/>
            <a:ext cx="202721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288536" y="2492350"/>
            <a:ext cx="2526354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get("/api/appointments", (req, res) -&gt;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548883" y="2620366"/>
            <a:ext cx="3521926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gson.toJson(new ArrayList&lt;&gt;(appointments.values())));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288536" y="2873350"/>
            <a:ext cx="2725512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post("/api/appointments", (req, res) -&gt; {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548883" y="3032608"/>
            <a:ext cx="4052992" cy="400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Appointment a = gson.fromJson(req.body(), Appointment.class); a.id = idGenerator.getAndIncrement();</a:t>
            </a:r>
          </a:p>
          <a:p>
            <a:pPr algn="l">
              <a:lnSpc>
                <a:spcPts val="1008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return gson.toJson(a);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288536" y="3394558"/>
            <a:ext cx="202721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20" y="-7620"/>
            <a:ext cx="9159240" cy="518160"/>
          </a:xfrm>
          <a:custGeom>
            <a:avLst/>
            <a:gdLst/>
            <a:ahLst/>
            <a:cxnLst/>
            <a:rect r="r" b="b" t="t" l="l"/>
            <a:pathLst>
              <a:path h="518160" w="9159240">
                <a:moveTo>
                  <a:pt x="0" y="0"/>
                </a:moveTo>
                <a:lnTo>
                  <a:pt x="9159240" y="0"/>
                </a:lnTo>
                <a:lnTo>
                  <a:pt x="9159240" y="518160"/>
                </a:lnTo>
                <a:lnTo>
                  <a:pt x="0" y="5181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96300" y="4792980"/>
            <a:ext cx="381000" cy="243840"/>
          </a:xfrm>
          <a:custGeom>
            <a:avLst/>
            <a:gdLst/>
            <a:ahLst/>
            <a:cxnLst/>
            <a:rect r="r" b="b" t="t" l="l"/>
            <a:pathLst>
              <a:path h="243840" w="381000">
                <a:moveTo>
                  <a:pt x="0" y="0"/>
                </a:moveTo>
                <a:lnTo>
                  <a:pt x="381000" y="0"/>
                </a:lnTo>
                <a:lnTo>
                  <a:pt x="381000" y="243840"/>
                </a:lnTo>
                <a:lnTo>
                  <a:pt x="0" y="2438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5760" y="1355893"/>
            <a:ext cx="1386840" cy="381000"/>
          </a:xfrm>
          <a:custGeom>
            <a:avLst/>
            <a:gdLst/>
            <a:ahLst/>
            <a:cxnLst/>
            <a:rect r="r" b="b" t="t" l="l"/>
            <a:pathLst>
              <a:path h="381000" w="1386840">
                <a:moveTo>
                  <a:pt x="0" y="0"/>
                </a:moveTo>
                <a:lnTo>
                  <a:pt x="1386840" y="0"/>
                </a:lnTo>
                <a:lnTo>
                  <a:pt x="138684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83080" y="1355893"/>
            <a:ext cx="2026920" cy="381000"/>
          </a:xfrm>
          <a:custGeom>
            <a:avLst/>
            <a:gdLst/>
            <a:ahLst/>
            <a:cxnLst/>
            <a:rect r="r" b="b" t="t" l="l"/>
            <a:pathLst>
              <a:path h="381000" w="2026920">
                <a:moveTo>
                  <a:pt x="0" y="0"/>
                </a:moveTo>
                <a:lnTo>
                  <a:pt x="2026920" y="0"/>
                </a:lnTo>
                <a:lnTo>
                  <a:pt x="202692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65760" y="1831381"/>
            <a:ext cx="1386840" cy="381000"/>
          </a:xfrm>
          <a:custGeom>
            <a:avLst/>
            <a:gdLst/>
            <a:ahLst/>
            <a:cxnLst/>
            <a:rect r="r" b="b" t="t" l="l"/>
            <a:pathLst>
              <a:path h="381000" w="1386840">
                <a:moveTo>
                  <a:pt x="0" y="0"/>
                </a:moveTo>
                <a:lnTo>
                  <a:pt x="1386840" y="0"/>
                </a:lnTo>
                <a:lnTo>
                  <a:pt x="138684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83080" y="1831381"/>
            <a:ext cx="2026920" cy="381000"/>
          </a:xfrm>
          <a:custGeom>
            <a:avLst/>
            <a:gdLst/>
            <a:ahLst/>
            <a:cxnLst/>
            <a:rect r="r" b="b" t="t" l="l"/>
            <a:pathLst>
              <a:path h="381000" w="2026920">
                <a:moveTo>
                  <a:pt x="0" y="0"/>
                </a:moveTo>
                <a:lnTo>
                  <a:pt x="2026920" y="0"/>
                </a:lnTo>
                <a:lnTo>
                  <a:pt x="202692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5760" y="2306869"/>
            <a:ext cx="1386840" cy="381000"/>
          </a:xfrm>
          <a:custGeom>
            <a:avLst/>
            <a:gdLst/>
            <a:ahLst/>
            <a:cxnLst/>
            <a:rect r="r" b="b" t="t" l="l"/>
            <a:pathLst>
              <a:path h="381000" w="1386840">
                <a:moveTo>
                  <a:pt x="0" y="0"/>
                </a:moveTo>
                <a:lnTo>
                  <a:pt x="1386840" y="0"/>
                </a:lnTo>
                <a:lnTo>
                  <a:pt x="138684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83080" y="2306869"/>
            <a:ext cx="2026920" cy="381000"/>
          </a:xfrm>
          <a:custGeom>
            <a:avLst/>
            <a:gdLst/>
            <a:ahLst/>
            <a:cxnLst/>
            <a:rect r="r" b="b" t="t" l="l"/>
            <a:pathLst>
              <a:path h="381000" w="2026920">
                <a:moveTo>
                  <a:pt x="0" y="0"/>
                </a:moveTo>
                <a:lnTo>
                  <a:pt x="2026920" y="0"/>
                </a:lnTo>
                <a:lnTo>
                  <a:pt x="202692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65760" y="2782357"/>
            <a:ext cx="1386840" cy="381000"/>
          </a:xfrm>
          <a:custGeom>
            <a:avLst/>
            <a:gdLst/>
            <a:ahLst/>
            <a:cxnLst/>
            <a:rect r="r" b="b" t="t" l="l"/>
            <a:pathLst>
              <a:path h="381000" w="1386840">
                <a:moveTo>
                  <a:pt x="0" y="0"/>
                </a:moveTo>
                <a:lnTo>
                  <a:pt x="1386840" y="0"/>
                </a:lnTo>
                <a:lnTo>
                  <a:pt x="138684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83080" y="2782357"/>
            <a:ext cx="2026920" cy="381000"/>
          </a:xfrm>
          <a:custGeom>
            <a:avLst/>
            <a:gdLst/>
            <a:ahLst/>
            <a:cxnLst/>
            <a:rect r="r" b="b" t="t" l="l"/>
            <a:pathLst>
              <a:path h="381000" w="2026920">
                <a:moveTo>
                  <a:pt x="0" y="0"/>
                </a:moveTo>
                <a:lnTo>
                  <a:pt x="2026920" y="0"/>
                </a:lnTo>
                <a:lnTo>
                  <a:pt x="202692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65760" y="3257845"/>
            <a:ext cx="1386840" cy="381000"/>
          </a:xfrm>
          <a:custGeom>
            <a:avLst/>
            <a:gdLst/>
            <a:ahLst/>
            <a:cxnLst/>
            <a:rect r="r" b="b" t="t" l="l"/>
            <a:pathLst>
              <a:path h="381000" w="1386840">
                <a:moveTo>
                  <a:pt x="0" y="0"/>
                </a:moveTo>
                <a:lnTo>
                  <a:pt x="1386840" y="0"/>
                </a:lnTo>
                <a:lnTo>
                  <a:pt x="138684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83080" y="3257845"/>
            <a:ext cx="2026920" cy="381000"/>
          </a:xfrm>
          <a:custGeom>
            <a:avLst/>
            <a:gdLst/>
            <a:ahLst/>
            <a:cxnLst/>
            <a:rect r="r" b="b" t="t" l="l"/>
            <a:pathLst>
              <a:path h="381000" w="2026920">
                <a:moveTo>
                  <a:pt x="0" y="0"/>
                </a:moveTo>
                <a:lnTo>
                  <a:pt x="2026920" y="0"/>
                </a:lnTo>
                <a:lnTo>
                  <a:pt x="202692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65760" y="3733333"/>
            <a:ext cx="1386840" cy="381000"/>
          </a:xfrm>
          <a:custGeom>
            <a:avLst/>
            <a:gdLst/>
            <a:ahLst/>
            <a:cxnLst/>
            <a:rect r="r" b="b" t="t" l="l"/>
            <a:pathLst>
              <a:path h="381000" w="1386840">
                <a:moveTo>
                  <a:pt x="0" y="0"/>
                </a:moveTo>
                <a:lnTo>
                  <a:pt x="1386840" y="0"/>
                </a:lnTo>
                <a:lnTo>
                  <a:pt x="138684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83080" y="3733333"/>
            <a:ext cx="2026920" cy="381000"/>
          </a:xfrm>
          <a:custGeom>
            <a:avLst/>
            <a:gdLst/>
            <a:ahLst/>
            <a:cxnLst/>
            <a:rect r="r" b="b" t="t" l="l"/>
            <a:pathLst>
              <a:path h="381000" w="2026920">
                <a:moveTo>
                  <a:pt x="0" y="0"/>
                </a:moveTo>
                <a:lnTo>
                  <a:pt x="2026920" y="0"/>
                </a:lnTo>
                <a:lnTo>
                  <a:pt x="202692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023360" y="1426464"/>
            <a:ext cx="2194560" cy="213360"/>
            <a:chOff x="16764000" y="5943600"/>
            <a:chExt cx="9144000" cy="889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0" cy="889000"/>
            </a:xfrm>
            <a:custGeom>
              <a:avLst/>
              <a:gdLst/>
              <a:ahLst/>
              <a:cxnLst/>
              <a:rect r="r" b="b" t="t" l="l"/>
              <a:pathLst>
                <a:path h="889000" w="9144000">
                  <a:moveTo>
                    <a:pt x="9144000" y="0"/>
                  </a:moveTo>
                  <a:lnTo>
                    <a:pt x="9144000" y="889000"/>
                  </a:lnTo>
                  <a:lnTo>
                    <a:pt x="0" y="889000"/>
                  </a:lnTo>
                  <a:lnTo>
                    <a:pt x="0" y="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217920" y="1426464"/>
            <a:ext cx="1554480" cy="213360"/>
            <a:chOff x="25908000" y="5943600"/>
            <a:chExt cx="6477000" cy="889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77000" cy="889000"/>
            </a:xfrm>
            <a:custGeom>
              <a:avLst/>
              <a:gdLst/>
              <a:ahLst/>
              <a:cxnLst/>
              <a:rect r="r" b="b" t="t" l="l"/>
              <a:pathLst>
                <a:path h="889000" w="6477000">
                  <a:moveTo>
                    <a:pt x="6477000" y="0"/>
                  </a:moveTo>
                  <a:lnTo>
                    <a:pt x="6477000" y="889000"/>
                  </a:lnTo>
                  <a:lnTo>
                    <a:pt x="0" y="889000"/>
                  </a:lnTo>
                  <a:lnTo>
                    <a:pt x="0" y="0"/>
                  </a:lnTo>
                  <a:lnTo>
                    <a:pt x="6477000" y="0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772400" y="1426464"/>
            <a:ext cx="1005840" cy="213360"/>
            <a:chOff x="32385000" y="5943600"/>
            <a:chExt cx="4191000" cy="889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91000" cy="889000"/>
            </a:xfrm>
            <a:custGeom>
              <a:avLst/>
              <a:gdLst/>
              <a:ahLst/>
              <a:cxnLst/>
              <a:rect r="r" b="b" t="t" l="l"/>
              <a:pathLst>
                <a:path h="889000" w="4191000">
                  <a:moveTo>
                    <a:pt x="4191000" y="0"/>
                  </a:moveTo>
                  <a:lnTo>
                    <a:pt x="4191000" y="889000"/>
                  </a:lnTo>
                  <a:lnTo>
                    <a:pt x="0" y="889000"/>
                  </a:lnTo>
                  <a:lnTo>
                    <a:pt x="0" y="0"/>
                  </a:lnTo>
                  <a:lnTo>
                    <a:pt x="4191000" y="0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023360" y="1639062"/>
            <a:ext cx="2194560" cy="207264"/>
            <a:chOff x="16764000" y="6832600"/>
            <a:chExt cx="9144000" cy="8572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0" cy="857250"/>
            </a:xfrm>
            <a:custGeom>
              <a:avLst/>
              <a:gdLst/>
              <a:ahLst/>
              <a:cxnLst/>
              <a:rect r="r" b="b" t="t" l="l"/>
              <a:pathLst>
                <a:path h="857250" w="9144000">
                  <a:moveTo>
                    <a:pt x="9144000" y="0"/>
                  </a:moveTo>
                  <a:lnTo>
                    <a:pt x="9144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217920" y="1639062"/>
            <a:ext cx="1554480" cy="207264"/>
            <a:chOff x="25908000" y="6832600"/>
            <a:chExt cx="6477000" cy="8572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77000" cy="857250"/>
            </a:xfrm>
            <a:custGeom>
              <a:avLst/>
              <a:gdLst/>
              <a:ahLst/>
              <a:cxnLst/>
              <a:rect r="r" b="b" t="t" l="l"/>
              <a:pathLst>
                <a:path h="857250" w="6477000">
                  <a:moveTo>
                    <a:pt x="6477000" y="0"/>
                  </a:moveTo>
                  <a:lnTo>
                    <a:pt x="6477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6477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772400" y="1639062"/>
            <a:ext cx="1005840" cy="207264"/>
            <a:chOff x="32385000" y="6832600"/>
            <a:chExt cx="4191000" cy="857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91000" cy="857250"/>
            </a:xfrm>
            <a:custGeom>
              <a:avLst/>
              <a:gdLst/>
              <a:ahLst/>
              <a:cxnLst/>
              <a:rect r="r" b="b" t="t" l="l"/>
              <a:pathLst>
                <a:path h="857250" w="4191000">
                  <a:moveTo>
                    <a:pt x="4191000" y="0"/>
                  </a:moveTo>
                  <a:lnTo>
                    <a:pt x="4191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4191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023360" y="1844802"/>
            <a:ext cx="2194560" cy="207264"/>
            <a:chOff x="16764000" y="7689850"/>
            <a:chExt cx="9144000" cy="8572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0" cy="857250"/>
            </a:xfrm>
            <a:custGeom>
              <a:avLst/>
              <a:gdLst/>
              <a:ahLst/>
              <a:cxnLst/>
              <a:rect r="r" b="b" t="t" l="l"/>
              <a:pathLst>
                <a:path h="857250" w="9144000">
                  <a:moveTo>
                    <a:pt x="9144000" y="0"/>
                  </a:moveTo>
                  <a:lnTo>
                    <a:pt x="9144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217920" y="1844802"/>
            <a:ext cx="1554480" cy="207264"/>
            <a:chOff x="25908000" y="7689850"/>
            <a:chExt cx="6477000" cy="8572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77000" cy="857250"/>
            </a:xfrm>
            <a:custGeom>
              <a:avLst/>
              <a:gdLst/>
              <a:ahLst/>
              <a:cxnLst/>
              <a:rect r="r" b="b" t="t" l="l"/>
              <a:pathLst>
                <a:path h="857250" w="6477000">
                  <a:moveTo>
                    <a:pt x="6477000" y="0"/>
                  </a:moveTo>
                  <a:lnTo>
                    <a:pt x="6477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6477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772400" y="1844802"/>
            <a:ext cx="1005840" cy="207264"/>
            <a:chOff x="32385000" y="7689850"/>
            <a:chExt cx="4191000" cy="8572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191000" cy="857250"/>
            </a:xfrm>
            <a:custGeom>
              <a:avLst/>
              <a:gdLst/>
              <a:ahLst/>
              <a:cxnLst/>
              <a:rect r="r" b="b" t="t" l="l"/>
              <a:pathLst>
                <a:path h="857250" w="4191000">
                  <a:moveTo>
                    <a:pt x="4191000" y="0"/>
                  </a:moveTo>
                  <a:lnTo>
                    <a:pt x="4191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4191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023360" y="2050542"/>
            <a:ext cx="2194560" cy="207264"/>
            <a:chOff x="16764000" y="8547100"/>
            <a:chExt cx="9144000" cy="8572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0" cy="857250"/>
            </a:xfrm>
            <a:custGeom>
              <a:avLst/>
              <a:gdLst/>
              <a:ahLst/>
              <a:cxnLst/>
              <a:rect r="r" b="b" t="t" l="l"/>
              <a:pathLst>
                <a:path h="857250" w="9144000">
                  <a:moveTo>
                    <a:pt x="9144000" y="0"/>
                  </a:moveTo>
                  <a:lnTo>
                    <a:pt x="9144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217920" y="2050542"/>
            <a:ext cx="1554480" cy="207264"/>
            <a:chOff x="25908000" y="8547100"/>
            <a:chExt cx="6477000" cy="8572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477000" cy="857250"/>
            </a:xfrm>
            <a:custGeom>
              <a:avLst/>
              <a:gdLst/>
              <a:ahLst/>
              <a:cxnLst/>
              <a:rect r="r" b="b" t="t" l="l"/>
              <a:pathLst>
                <a:path h="857250" w="6477000">
                  <a:moveTo>
                    <a:pt x="6477000" y="0"/>
                  </a:moveTo>
                  <a:lnTo>
                    <a:pt x="6477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6477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772400" y="2050542"/>
            <a:ext cx="1005840" cy="207264"/>
            <a:chOff x="32385000" y="8547100"/>
            <a:chExt cx="4191000" cy="8572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191000" cy="857250"/>
            </a:xfrm>
            <a:custGeom>
              <a:avLst/>
              <a:gdLst/>
              <a:ahLst/>
              <a:cxnLst/>
              <a:rect r="r" b="b" t="t" l="l"/>
              <a:pathLst>
                <a:path h="857250" w="4191000">
                  <a:moveTo>
                    <a:pt x="4191000" y="0"/>
                  </a:moveTo>
                  <a:lnTo>
                    <a:pt x="4191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4191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4023360" y="2256282"/>
            <a:ext cx="2194560" cy="207264"/>
            <a:chOff x="16764000" y="9404350"/>
            <a:chExt cx="9144000" cy="8572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0" cy="857250"/>
            </a:xfrm>
            <a:custGeom>
              <a:avLst/>
              <a:gdLst/>
              <a:ahLst/>
              <a:cxnLst/>
              <a:rect r="r" b="b" t="t" l="l"/>
              <a:pathLst>
                <a:path h="857250" w="9144000">
                  <a:moveTo>
                    <a:pt x="9144000" y="0"/>
                  </a:moveTo>
                  <a:lnTo>
                    <a:pt x="9144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217920" y="2256282"/>
            <a:ext cx="1554480" cy="207264"/>
            <a:chOff x="25908000" y="9404350"/>
            <a:chExt cx="6477000" cy="8572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477000" cy="857250"/>
            </a:xfrm>
            <a:custGeom>
              <a:avLst/>
              <a:gdLst/>
              <a:ahLst/>
              <a:cxnLst/>
              <a:rect r="r" b="b" t="t" l="l"/>
              <a:pathLst>
                <a:path h="857250" w="6477000">
                  <a:moveTo>
                    <a:pt x="6477000" y="0"/>
                  </a:moveTo>
                  <a:lnTo>
                    <a:pt x="6477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6477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772400" y="2256282"/>
            <a:ext cx="1005840" cy="207264"/>
            <a:chOff x="32385000" y="9404350"/>
            <a:chExt cx="4191000" cy="8572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191000" cy="857250"/>
            </a:xfrm>
            <a:custGeom>
              <a:avLst/>
              <a:gdLst/>
              <a:ahLst/>
              <a:cxnLst/>
              <a:rect r="r" b="b" t="t" l="l"/>
              <a:pathLst>
                <a:path h="857250" w="4191000">
                  <a:moveTo>
                    <a:pt x="4191000" y="0"/>
                  </a:moveTo>
                  <a:lnTo>
                    <a:pt x="4191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4191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sp>
        <p:nvSpPr>
          <p:cNvPr name="Freeform 46" id="46"/>
          <p:cNvSpPr/>
          <p:nvPr/>
        </p:nvSpPr>
        <p:spPr>
          <a:xfrm flipH="false" flipV="false" rot="0">
            <a:off x="6213348" y="1418844"/>
            <a:ext cx="9525" cy="1051560"/>
          </a:xfrm>
          <a:custGeom>
            <a:avLst/>
            <a:gdLst/>
            <a:ahLst/>
            <a:cxnLst/>
            <a:rect r="r" b="b" t="t" l="l"/>
            <a:pathLst>
              <a:path h="1051560" w="9525">
                <a:moveTo>
                  <a:pt x="0" y="0"/>
                </a:moveTo>
                <a:lnTo>
                  <a:pt x="9525" y="0"/>
                </a:lnTo>
                <a:lnTo>
                  <a:pt x="9525" y="1051560"/>
                </a:lnTo>
                <a:lnTo>
                  <a:pt x="0" y="105156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7767828" y="1418844"/>
            <a:ext cx="9525" cy="1051560"/>
          </a:xfrm>
          <a:custGeom>
            <a:avLst/>
            <a:gdLst/>
            <a:ahLst/>
            <a:cxnLst/>
            <a:rect r="r" b="b" t="t" l="l"/>
            <a:pathLst>
              <a:path h="1051560" w="9525">
                <a:moveTo>
                  <a:pt x="0" y="0"/>
                </a:moveTo>
                <a:lnTo>
                  <a:pt x="9525" y="0"/>
                </a:lnTo>
                <a:lnTo>
                  <a:pt x="9525" y="1051560"/>
                </a:lnTo>
                <a:lnTo>
                  <a:pt x="0" y="105156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4015740" y="1635252"/>
            <a:ext cx="4770120" cy="9525"/>
          </a:xfrm>
          <a:custGeom>
            <a:avLst/>
            <a:gdLst/>
            <a:ahLst/>
            <a:cxnLst/>
            <a:rect r="r" b="b" t="t" l="l"/>
            <a:pathLst>
              <a:path h="9525" w="4770120">
                <a:moveTo>
                  <a:pt x="0" y="0"/>
                </a:moveTo>
                <a:lnTo>
                  <a:pt x="4770120" y="0"/>
                </a:lnTo>
                <a:lnTo>
                  <a:pt x="477012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4015740" y="1840992"/>
            <a:ext cx="4770120" cy="9525"/>
          </a:xfrm>
          <a:custGeom>
            <a:avLst/>
            <a:gdLst/>
            <a:ahLst/>
            <a:cxnLst/>
            <a:rect r="r" b="b" t="t" l="l"/>
            <a:pathLst>
              <a:path h="9525" w="4770120">
                <a:moveTo>
                  <a:pt x="0" y="0"/>
                </a:moveTo>
                <a:lnTo>
                  <a:pt x="4770120" y="0"/>
                </a:lnTo>
                <a:lnTo>
                  <a:pt x="477012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4015740" y="2046732"/>
            <a:ext cx="4770120" cy="9525"/>
          </a:xfrm>
          <a:custGeom>
            <a:avLst/>
            <a:gdLst/>
            <a:ahLst/>
            <a:cxnLst/>
            <a:rect r="r" b="b" t="t" l="l"/>
            <a:pathLst>
              <a:path h="9525" w="4770120">
                <a:moveTo>
                  <a:pt x="0" y="0"/>
                </a:moveTo>
                <a:lnTo>
                  <a:pt x="4770120" y="0"/>
                </a:lnTo>
                <a:lnTo>
                  <a:pt x="477012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4015740" y="2252472"/>
            <a:ext cx="4770120" cy="9525"/>
          </a:xfrm>
          <a:custGeom>
            <a:avLst/>
            <a:gdLst/>
            <a:ahLst/>
            <a:cxnLst/>
            <a:rect r="r" b="b" t="t" l="l"/>
            <a:pathLst>
              <a:path h="9525" w="4770120">
                <a:moveTo>
                  <a:pt x="0" y="0"/>
                </a:moveTo>
                <a:lnTo>
                  <a:pt x="4770120" y="0"/>
                </a:lnTo>
                <a:lnTo>
                  <a:pt x="477012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4018788" y="1418844"/>
            <a:ext cx="9525" cy="1051560"/>
          </a:xfrm>
          <a:custGeom>
            <a:avLst/>
            <a:gdLst/>
            <a:ahLst/>
            <a:cxnLst/>
            <a:rect r="r" b="b" t="t" l="l"/>
            <a:pathLst>
              <a:path h="1051560" w="9525">
                <a:moveTo>
                  <a:pt x="0" y="0"/>
                </a:moveTo>
                <a:lnTo>
                  <a:pt x="9525" y="0"/>
                </a:lnTo>
                <a:lnTo>
                  <a:pt x="9525" y="1051560"/>
                </a:lnTo>
                <a:lnTo>
                  <a:pt x="0" y="105156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8773668" y="1418844"/>
            <a:ext cx="9525" cy="1051560"/>
          </a:xfrm>
          <a:custGeom>
            <a:avLst/>
            <a:gdLst/>
            <a:ahLst/>
            <a:cxnLst/>
            <a:rect r="r" b="b" t="t" l="l"/>
            <a:pathLst>
              <a:path h="1051560" w="9525">
                <a:moveTo>
                  <a:pt x="0" y="0"/>
                </a:moveTo>
                <a:lnTo>
                  <a:pt x="9525" y="0"/>
                </a:lnTo>
                <a:lnTo>
                  <a:pt x="9525" y="1051560"/>
                </a:lnTo>
                <a:lnTo>
                  <a:pt x="0" y="1051560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4015740" y="1421892"/>
            <a:ext cx="4770120" cy="9525"/>
          </a:xfrm>
          <a:custGeom>
            <a:avLst/>
            <a:gdLst/>
            <a:ahLst/>
            <a:cxnLst/>
            <a:rect r="r" b="b" t="t" l="l"/>
            <a:pathLst>
              <a:path h="9525" w="4770120">
                <a:moveTo>
                  <a:pt x="0" y="0"/>
                </a:moveTo>
                <a:lnTo>
                  <a:pt x="4770120" y="0"/>
                </a:lnTo>
                <a:lnTo>
                  <a:pt x="477012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4015740" y="2458212"/>
            <a:ext cx="4770120" cy="9525"/>
          </a:xfrm>
          <a:custGeom>
            <a:avLst/>
            <a:gdLst/>
            <a:ahLst/>
            <a:cxnLst/>
            <a:rect r="r" b="b" t="t" l="l"/>
            <a:pathLst>
              <a:path h="9525" w="4770120">
                <a:moveTo>
                  <a:pt x="0" y="0"/>
                </a:moveTo>
                <a:lnTo>
                  <a:pt x="4770120" y="0"/>
                </a:lnTo>
                <a:lnTo>
                  <a:pt x="477012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365760" y="17316"/>
            <a:ext cx="4123696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Doctor Service —Dropwizard 2.1.6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76780" y="528704"/>
            <a:ext cx="29280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65760" y="738911"/>
            <a:ext cx="3245691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JerseyJAX-RS+EmbeddedJetty+Jackson | Port8083/8084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55996" y="1918564"/>
            <a:ext cx="209845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2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Java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43289" y="2394052"/>
            <a:ext cx="235877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REST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30593" y="3820516"/>
            <a:ext cx="262480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2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86127" y="1443076"/>
            <a:ext cx="556393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Framework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813121" y="2869540"/>
            <a:ext cx="502625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Port (App)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751999" y="3345028"/>
            <a:ext cx="627326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Port (Admin)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882140" y="2865425"/>
            <a:ext cx="233991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8083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882140" y="3340913"/>
            <a:ext cx="233991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8084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882140" y="1914449"/>
            <a:ext cx="372142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11 (LTS)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882140" y="2389937"/>
            <a:ext cx="636451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Jersey JAX-RS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882140" y="1438961"/>
            <a:ext cx="807301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Dropwizard 2.1.6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882140" y="3816401"/>
            <a:ext cx="790194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CrossOriginFilter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4099560" y="2775204"/>
            <a:ext cx="2194246" cy="1068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b="true" sz="900" spc="1">
                <a:solidFill>
                  <a:srgbClr val="546E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REST Endpoints:</a:t>
            </a:r>
          </a:p>
          <a:p>
            <a:pPr algn="l">
              <a:lnSpc>
                <a:spcPts val="1584"/>
              </a:lnSpc>
            </a:pPr>
            <a:r>
              <a:rPr lang="en-US" sz="900">
                <a:solidFill>
                  <a:srgbClr val="1565C0"/>
                </a:solidFill>
                <a:latin typeface="Courier New"/>
                <a:ea typeface="Courier New"/>
                <a:cs typeface="Courier New"/>
                <a:sym typeface="Courier New"/>
              </a:rPr>
              <a:t>GET /api/doctors</a:t>
            </a:r>
          </a:p>
          <a:p>
            <a:pPr algn="l">
              <a:lnSpc>
                <a:spcPts val="1584"/>
              </a:lnSpc>
            </a:pPr>
            <a:r>
              <a:rPr lang="en-US" sz="900">
                <a:solidFill>
                  <a:srgbClr val="1565C0"/>
                </a:solidFill>
                <a:latin typeface="Courier New"/>
                <a:ea typeface="Courier New"/>
                <a:cs typeface="Courier New"/>
                <a:sym typeface="Courier New"/>
              </a:rPr>
              <a:t>GET /api/doctors/available</a:t>
            </a:r>
          </a:p>
          <a:p>
            <a:pPr algn="l">
              <a:lnSpc>
                <a:spcPts val="1584"/>
              </a:lnSpc>
            </a:pPr>
            <a:r>
              <a:rPr lang="en-US" sz="900">
                <a:solidFill>
                  <a:srgbClr val="1565C0"/>
                </a:solidFill>
                <a:latin typeface="Courier New"/>
                <a:ea typeface="Courier New"/>
                <a:cs typeface="Courier New"/>
                <a:sym typeface="Courier New"/>
              </a:rPr>
              <a:t>GET /api/doctors/specialty/{spec} POST /api/doctors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4099560" y="1600972"/>
            <a:ext cx="786165" cy="829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Dr. Ahmet Yilmaz Dr. Ayse Demir Dr. Mehmet Kaya Dr. Fatma Celik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4979356" y="1429826"/>
            <a:ext cx="288598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Name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6780847" y="1429826"/>
            <a:ext cx="437502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Specialty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6294120" y="1600972"/>
            <a:ext cx="478469" cy="829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Kar</a:t>
            </a:r>
            <a:r>
              <a:rPr lang="en-US" sz="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di</a:t>
            </a:r>
            <a:r>
              <a:rPr lang="en-US" sz="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yol</a:t>
            </a:r>
            <a:r>
              <a:rPr lang="en-US" sz="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oj</a:t>
            </a:r>
            <a:r>
              <a:rPr lang="en-US" sz="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i Nor</a:t>
            </a:r>
            <a:r>
              <a:rPr lang="en-US" sz="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ol</a:t>
            </a:r>
            <a:r>
              <a:rPr lang="en-US" sz="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oj</a:t>
            </a:r>
            <a:r>
              <a:rPr lang="en-US" sz="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i Ortopedi Dahiliye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8053864" y="1429826"/>
            <a:ext cx="452218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Available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7953375" y="1600972"/>
            <a:ext cx="154076" cy="829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8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Yes Yes No Yes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8658225" y="4810058"/>
            <a:ext cx="59112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4023360" y="1090508"/>
            <a:ext cx="1548965" cy="21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1A23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Preloaded Doctor Registry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7848600" y="1676133"/>
            <a:ext cx="95250" cy="80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08"/>
              </a:lnSpc>
            </a:pPr>
            <a:r>
              <a:rPr lang="en-US" sz="900" spc="73">
                <a:solidFill>
                  <a:srgbClr val="1A2340"/>
                </a:solidFill>
                <a:latin typeface="IBM Plex Sans"/>
                <a:ea typeface="IBM Plex Sans"/>
                <a:cs typeface="IBM Plex Sans"/>
                <a:sym typeface="IBM Plex Sans"/>
              </a:rPr>
              <a:t>✓ ✓ ✗ ✓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4099560" y="3884590"/>
            <a:ext cx="269100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1565C0"/>
                </a:solidFill>
                <a:latin typeface="Courier New"/>
                <a:ea typeface="Courier New"/>
                <a:cs typeface="Courier New"/>
                <a:sym typeface="Courier New"/>
              </a:rPr>
              <a:t>PUT 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4490056" y="3884590"/>
            <a:ext cx="1132094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1565C0"/>
                </a:solidFill>
                <a:latin typeface="Courier New"/>
                <a:ea typeface="Courier New"/>
                <a:cs typeface="Courier New"/>
                <a:sym typeface="Courier New"/>
              </a:rPr>
              <a:t>/api/doctors/{id}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4099560" y="4085758"/>
            <a:ext cx="1596790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1565C0"/>
                </a:solidFill>
                <a:latin typeface="Courier New"/>
                <a:ea typeface="Courier New"/>
                <a:cs typeface="Courier New"/>
                <a:sym typeface="Courier New"/>
              </a:rPr>
              <a:t>DELETE /api/doctors/{id}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5141976"/>
            <a:chOff x="0" y="-1"/>
            <a:chExt cx="76200000" cy="4284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"/>
              <a:ext cx="76200000" cy="42849799"/>
            </a:xfrm>
            <a:custGeom>
              <a:avLst/>
              <a:gdLst/>
              <a:ahLst/>
              <a:cxnLst/>
              <a:rect r="r" b="b" t="t" l="l"/>
              <a:pathLst>
                <a:path h="42849799" w="76200000">
                  <a:moveTo>
                    <a:pt x="76200000" y="0"/>
                  </a:moveTo>
                  <a:lnTo>
                    <a:pt x="76200000" y="42849799"/>
                  </a:lnTo>
                  <a:lnTo>
                    <a:pt x="0" y="42849799"/>
                  </a:lnTo>
                  <a:lnTo>
                    <a:pt x="0" y="0"/>
                  </a:lnTo>
                  <a:lnTo>
                    <a:pt x="762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9144000" cy="5143500"/>
            <a:chOff x="0" y="0"/>
            <a:chExt cx="76200000" cy="42862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000" cy="42862500"/>
            </a:xfrm>
            <a:custGeom>
              <a:avLst/>
              <a:gdLst/>
              <a:ahLst/>
              <a:cxnLst/>
              <a:rect r="r" b="b" t="t" l="l"/>
              <a:pathLst>
                <a:path h="42862500" w="76200000">
                  <a:moveTo>
                    <a:pt x="76200000" y="0"/>
                  </a:moveTo>
                  <a:lnTo>
                    <a:pt x="76200000" y="42862500"/>
                  </a:lnTo>
                  <a:lnTo>
                    <a:pt x="0" y="42862500"/>
                  </a:lnTo>
                  <a:lnTo>
                    <a:pt x="0" y="0"/>
                  </a:lnTo>
                  <a:lnTo>
                    <a:pt x="762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6858" y="-6858"/>
            <a:ext cx="9157716" cy="516636"/>
          </a:xfrm>
          <a:custGeom>
            <a:avLst/>
            <a:gdLst/>
            <a:ahLst/>
            <a:cxnLst/>
            <a:rect r="r" b="b" t="t" l="l"/>
            <a:pathLst>
              <a:path h="516636" w="9157716">
                <a:moveTo>
                  <a:pt x="0" y="0"/>
                </a:moveTo>
                <a:lnTo>
                  <a:pt x="9157716" y="0"/>
                </a:lnTo>
                <a:lnTo>
                  <a:pt x="9157716" y="516636"/>
                </a:lnTo>
                <a:lnTo>
                  <a:pt x="0" y="516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97062" y="4793742"/>
            <a:ext cx="379476" cy="242316"/>
          </a:xfrm>
          <a:custGeom>
            <a:avLst/>
            <a:gdLst/>
            <a:ahLst/>
            <a:cxnLst/>
            <a:rect r="r" b="b" t="t" l="l"/>
            <a:pathLst>
              <a:path h="242316" w="379476">
                <a:moveTo>
                  <a:pt x="0" y="0"/>
                </a:moveTo>
                <a:lnTo>
                  <a:pt x="379476" y="0"/>
                </a:lnTo>
                <a:lnTo>
                  <a:pt x="379476" y="242316"/>
                </a:lnTo>
                <a:lnTo>
                  <a:pt x="0" y="242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8902" y="1072134"/>
            <a:ext cx="8426196" cy="452628"/>
          </a:xfrm>
          <a:custGeom>
            <a:avLst/>
            <a:gdLst/>
            <a:ahLst/>
            <a:cxnLst/>
            <a:rect r="r" b="b" t="t" l="l"/>
            <a:pathLst>
              <a:path h="452628" w="8426196">
                <a:moveTo>
                  <a:pt x="0" y="0"/>
                </a:moveTo>
                <a:lnTo>
                  <a:pt x="8426196" y="0"/>
                </a:lnTo>
                <a:lnTo>
                  <a:pt x="8426196" y="452628"/>
                </a:lnTo>
                <a:lnTo>
                  <a:pt x="0" y="452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098234" y="1181110"/>
            <a:ext cx="166116" cy="166116"/>
            <a:chOff x="0" y="0"/>
            <a:chExt cx="221488" cy="2214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488" cy="221488"/>
            </a:xfrm>
            <a:custGeom>
              <a:avLst/>
              <a:gdLst/>
              <a:ahLst/>
              <a:cxnLst/>
              <a:rect r="r" b="b" t="t" l="l"/>
              <a:pathLst>
                <a:path h="221488" w="221488">
                  <a:moveTo>
                    <a:pt x="0" y="0"/>
                  </a:moveTo>
                  <a:lnTo>
                    <a:pt x="221488" y="0"/>
                  </a:lnTo>
                  <a:lnTo>
                    <a:pt x="221488" y="221488"/>
                  </a:lnTo>
                  <a:lnTo>
                    <a:pt x="0" y="221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352806" y="1669542"/>
            <a:ext cx="1991868" cy="2037588"/>
          </a:xfrm>
          <a:custGeom>
            <a:avLst/>
            <a:gdLst/>
            <a:ahLst/>
            <a:cxnLst/>
            <a:rect r="r" b="b" t="t" l="l"/>
            <a:pathLst>
              <a:path h="2037588" w="1991868">
                <a:moveTo>
                  <a:pt x="0" y="0"/>
                </a:moveTo>
                <a:lnTo>
                  <a:pt x="1991868" y="0"/>
                </a:lnTo>
                <a:lnTo>
                  <a:pt x="1991868" y="2037588"/>
                </a:lnTo>
                <a:lnTo>
                  <a:pt x="0" y="20375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58902" y="1675638"/>
            <a:ext cx="1979676" cy="68580"/>
          </a:xfrm>
          <a:custGeom>
            <a:avLst/>
            <a:gdLst/>
            <a:ahLst/>
            <a:cxnLst/>
            <a:rect r="r" b="b" t="t" l="l"/>
            <a:pathLst>
              <a:path h="68580" w="1979676">
                <a:moveTo>
                  <a:pt x="0" y="0"/>
                </a:moveTo>
                <a:lnTo>
                  <a:pt x="1979676" y="0"/>
                </a:lnTo>
                <a:lnTo>
                  <a:pt x="1979676" y="68580"/>
                </a:ln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196340" y="1833372"/>
            <a:ext cx="304800" cy="304800"/>
            <a:chOff x="0" y="0"/>
            <a:chExt cx="406400" cy="406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2483358" y="1669542"/>
            <a:ext cx="1991868" cy="2037588"/>
          </a:xfrm>
          <a:custGeom>
            <a:avLst/>
            <a:gdLst/>
            <a:ahLst/>
            <a:cxnLst/>
            <a:rect r="r" b="b" t="t" l="l"/>
            <a:pathLst>
              <a:path h="2037588" w="1991868">
                <a:moveTo>
                  <a:pt x="0" y="0"/>
                </a:moveTo>
                <a:lnTo>
                  <a:pt x="1991868" y="0"/>
                </a:lnTo>
                <a:lnTo>
                  <a:pt x="1991868" y="2037588"/>
                </a:lnTo>
                <a:lnTo>
                  <a:pt x="0" y="20375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489454" y="1675638"/>
            <a:ext cx="1979676" cy="68580"/>
          </a:xfrm>
          <a:custGeom>
            <a:avLst/>
            <a:gdLst/>
            <a:ahLst/>
            <a:cxnLst/>
            <a:rect r="r" b="b" t="t" l="l"/>
            <a:pathLst>
              <a:path h="68580" w="1979676">
                <a:moveTo>
                  <a:pt x="0" y="0"/>
                </a:moveTo>
                <a:lnTo>
                  <a:pt x="1979676" y="0"/>
                </a:lnTo>
                <a:lnTo>
                  <a:pt x="1979676" y="68580"/>
                </a:ln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3326892" y="1833372"/>
            <a:ext cx="304800" cy="304800"/>
            <a:chOff x="0" y="0"/>
            <a:chExt cx="406400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4613910" y="1669542"/>
            <a:ext cx="1991868" cy="2037588"/>
          </a:xfrm>
          <a:custGeom>
            <a:avLst/>
            <a:gdLst/>
            <a:ahLst/>
            <a:cxnLst/>
            <a:rect r="r" b="b" t="t" l="l"/>
            <a:pathLst>
              <a:path h="2037588" w="1991868">
                <a:moveTo>
                  <a:pt x="0" y="0"/>
                </a:moveTo>
                <a:lnTo>
                  <a:pt x="1991868" y="0"/>
                </a:lnTo>
                <a:lnTo>
                  <a:pt x="1991868" y="2037588"/>
                </a:lnTo>
                <a:lnTo>
                  <a:pt x="0" y="203758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620006" y="1675638"/>
            <a:ext cx="1979676" cy="68580"/>
          </a:xfrm>
          <a:custGeom>
            <a:avLst/>
            <a:gdLst/>
            <a:ahLst/>
            <a:cxnLst/>
            <a:rect r="r" b="b" t="t" l="l"/>
            <a:pathLst>
              <a:path h="68580" w="1979676">
                <a:moveTo>
                  <a:pt x="0" y="0"/>
                </a:moveTo>
                <a:lnTo>
                  <a:pt x="1979676" y="0"/>
                </a:lnTo>
                <a:lnTo>
                  <a:pt x="1979676" y="68580"/>
                </a:ln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5457444" y="1833372"/>
            <a:ext cx="304800" cy="304800"/>
            <a:chOff x="0" y="0"/>
            <a:chExt cx="406400" cy="406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6744462" y="1669542"/>
            <a:ext cx="1991868" cy="2037588"/>
          </a:xfrm>
          <a:custGeom>
            <a:avLst/>
            <a:gdLst/>
            <a:ahLst/>
            <a:cxnLst/>
            <a:rect r="r" b="b" t="t" l="l"/>
            <a:pathLst>
              <a:path h="2037588" w="1991868">
                <a:moveTo>
                  <a:pt x="0" y="0"/>
                </a:moveTo>
                <a:lnTo>
                  <a:pt x="1991868" y="0"/>
                </a:lnTo>
                <a:lnTo>
                  <a:pt x="1991868" y="2037588"/>
                </a:lnTo>
                <a:lnTo>
                  <a:pt x="0" y="203758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750558" y="1675638"/>
            <a:ext cx="1979676" cy="68580"/>
          </a:xfrm>
          <a:custGeom>
            <a:avLst/>
            <a:gdLst/>
            <a:ahLst/>
            <a:cxnLst/>
            <a:rect r="r" b="b" t="t" l="l"/>
            <a:pathLst>
              <a:path h="68580" w="1979676">
                <a:moveTo>
                  <a:pt x="0" y="0"/>
                </a:moveTo>
                <a:lnTo>
                  <a:pt x="1979676" y="0"/>
                </a:lnTo>
                <a:lnTo>
                  <a:pt x="1979676" y="68580"/>
                </a:ln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7587996" y="1833372"/>
            <a:ext cx="304800" cy="304800"/>
            <a:chOff x="0" y="0"/>
            <a:chExt cx="406400" cy="406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0" b="0"/>
              </a:stretch>
            </a:blip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1410462" y="3870198"/>
            <a:ext cx="1613916" cy="288036"/>
          </a:xfrm>
          <a:custGeom>
            <a:avLst/>
            <a:gdLst/>
            <a:ahLst/>
            <a:cxnLst/>
            <a:rect r="r" b="b" t="t" l="l"/>
            <a:pathLst>
              <a:path h="288036" w="1613916">
                <a:moveTo>
                  <a:pt x="0" y="0"/>
                </a:moveTo>
                <a:lnTo>
                  <a:pt x="1613916" y="0"/>
                </a:lnTo>
                <a:lnTo>
                  <a:pt x="1613916" y="288036"/>
                </a:lnTo>
                <a:lnTo>
                  <a:pt x="0" y="288036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3239262" y="3870198"/>
            <a:ext cx="1613916" cy="288036"/>
          </a:xfrm>
          <a:custGeom>
            <a:avLst/>
            <a:gdLst/>
            <a:ahLst/>
            <a:cxnLst/>
            <a:rect r="r" b="b" t="t" l="l"/>
            <a:pathLst>
              <a:path h="288036" w="1613916">
                <a:moveTo>
                  <a:pt x="0" y="0"/>
                </a:moveTo>
                <a:lnTo>
                  <a:pt x="1613916" y="0"/>
                </a:lnTo>
                <a:lnTo>
                  <a:pt x="1613916" y="288036"/>
                </a:lnTo>
                <a:lnTo>
                  <a:pt x="0" y="288036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5068062" y="3870198"/>
            <a:ext cx="1613916" cy="288036"/>
          </a:xfrm>
          <a:custGeom>
            <a:avLst/>
            <a:gdLst/>
            <a:ahLst/>
            <a:cxnLst/>
            <a:rect r="r" b="b" t="t" l="l"/>
            <a:pathLst>
              <a:path h="288036" w="1613916">
                <a:moveTo>
                  <a:pt x="0" y="0"/>
                </a:moveTo>
                <a:lnTo>
                  <a:pt x="1613916" y="0"/>
                </a:lnTo>
                <a:lnTo>
                  <a:pt x="1613916" y="288036"/>
                </a:lnTo>
                <a:lnTo>
                  <a:pt x="0" y="288036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896862" y="3870198"/>
            <a:ext cx="1613916" cy="288036"/>
          </a:xfrm>
          <a:custGeom>
            <a:avLst/>
            <a:gdLst/>
            <a:ahLst/>
            <a:cxnLst/>
            <a:rect r="r" b="b" t="t" l="l"/>
            <a:pathLst>
              <a:path h="288036" w="1613916">
                <a:moveTo>
                  <a:pt x="0" y="0"/>
                </a:moveTo>
                <a:lnTo>
                  <a:pt x="1613916" y="0"/>
                </a:lnTo>
                <a:lnTo>
                  <a:pt x="1613916" y="288036"/>
                </a:lnTo>
                <a:lnTo>
                  <a:pt x="0" y="288036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10462" y="4309110"/>
            <a:ext cx="1110996" cy="288036"/>
          </a:xfrm>
          <a:custGeom>
            <a:avLst/>
            <a:gdLst/>
            <a:ahLst/>
            <a:cxnLst/>
            <a:rect r="r" b="b" t="t" l="l"/>
            <a:pathLst>
              <a:path h="288036" w="1110996">
                <a:moveTo>
                  <a:pt x="0" y="0"/>
                </a:moveTo>
                <a:lnTo>
                  <a:pt x="1110996" y="0"/>
                </a:lnTo>
                <a:lnTo>
                  <a:pt x="1110996" y="288036"/>
                </a:lnTo>
                <a:lnTo>
                  <a:pt x="0" y="288036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2708910" y="4309110"/>
            <a:ext cx="1110996" cy="288036"/>
          </a:xfrm>
          <a:custGeom>
            <a:avLst/>
            <a:gdLst/>
            <a:ahLst/>
            <a:cxnLst/>
            <a:rect r="r" b="b" t="t" l="l"/>
            <a:pathLst>
              <a:path h="288036" w="1110996">
                <a:moveTo>
                  <a:pt x="0" y="0"/>
                </a:moveTo>
                <a:lnTo>
                  <a:pt x="1110996" y="0"/>
                </a:lnTo>
                <a:lnTo>
                  <a:pt x="1110996" y="288036"/>
                </a:lnTo>
                <a:lnTo>
                  <a:pt x="0" y="288036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4007358" y="4309110"/>
            <a:ext cx="1110996" cy="288036"/>
          </a:xfrm>
          <a:custGeom>
            <a:avLst/>
            <a:gdLst/>
            <a:ahLst/>
            <a:cxnLst/>
            <a:rect r="r" b="b" t="t" l="l"/>
            <a:pathLst>
              <a:path h="288036" w="1110996">
                <a:moveTo>
                  <a:pt x="0" y="0"/>
                </a:moveTo>
                <a:lnTo>
                  <a:pt x="1110996" y="0"/>
                </a:lnTo>
                <a:lnTo>
                  <a:pt x="1110996" y="288036"/>
                </a:lnTo>
                <a:lnTo>
                  <a:pt x="0" y="288036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5305806" y="4309110"/>
            <a:ext cx="1110996" cy="288036"/>
          </a:xfrm>
          <a:custGeom>
            <a:avLst/>
            <a:gdLst/>
            <a:ahLst/>
            <a:cxnLst/>
            <a:rect r="r" b="b" t="t" l="l"/>
            <a:pathLst>
              <a:path h="288036" w="1110996">
                <a:moveTo>
                  <a:pt x="0" y="0"/>
                </a:moveTo>
                <a:lnTo>
                  <a:pt x="1110996" y="0"/>
                </a:lnTo>
                <a:lnTo>
                  <a:pt x="1110996" y="288036"/>
                </a:lnTo>
                <a:lnTo>
                  <a:pt x="0" y="288036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365760" y="17316"/>
            <a:ext cx="4897822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Activity Log Service —Eclipse Vert.x 4.5.1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00986" y="528704"/>
            <a:ext cx="29280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51084" y="2357638"/>
            <a:ext cx="607028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>
                <a:solidFill>
                  <a:srgbClr val="1565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Event-Loop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79505" y="605233"/>
            <a:ext cx="3425038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Reactive&amp;Asynchronous | Port8085 | Centralizedlogginghub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166558" y="2357638"/>
            <a:ext cx="637984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>
                <a:solidFill>
                  <a:srgbClr val="1976D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Central Hub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158997" y="2357638"/>
            <a:ext cx="919867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>
                <a:solidFill>
                  <a:srgbClr val="0277B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Non-blocking I/O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333993" y="2357638"/>
            <a:ext cx="828475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>
                <a:solidFill>
                  <a:srgbClr val="6A1B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Fire-and-Forget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65760" y="4331522"/>
            <a:ext cx="521256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546E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Log Levels: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65760" y="3892610"/>
            <a:ext cx="521475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2">
                <a:solidFill>
                  <a:srgbClr val="546E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Endpoints: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34390" y="2850271"/>
            <a:ext cx="1051227" cy="400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"/>
              </a:lnSpc>
            </a:pPr>
            <a:r>
              <a:rPr lang="en-US" sz="900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Like Node.js for JVM. No thread-per-request. Memory efficient.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848488" y="4349810"/>
            <a:ext cx="239087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INFO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108036" y="4349810"/>
            <a:ext cx="319726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2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WARN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078451" y="2850271"/>
            <a:ext cx="820369" cy="400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"/>
              </a:lnSpc>
            </a:pPr>
            <a:r>
              <a:rPr lang="en-US" sz="900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All 3 services send logs here. Unified log storage.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398550" y="4349810"/>
            <a:ext cx="334413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ERROR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692235" y="4349810"/>
            <a:ext cx="344748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DEBUG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159788" y="2850271"/>
            <a:ext cx="920563" cy="400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"/>
              </a:lnSpc>
            </a:pPr>
            <a:r>
              <a:rPr lang="en-US" sz="900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Handles burst traffic without thread pool exhaus</a:t>
            </a:r>
            <a:r>
              <a:rPr lang="en-US" sz="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900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900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i</a:t>
            </a:r>
            <a:r>
              <a:rPr lang="en-US" sz="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900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on.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274462" y="2850271"/>
            <a:ext cx="952395" cy="400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"/>
              </a:lnSpc>
            </a:pPr>
            <a:r>
              <a:rPr lang="en-US" sz="900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Senders use sendAsync() —no waiting for response.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658225" y="4810058"/>
            <a:ext cx="59112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098738" y="1109548"/>
            <a:ext cx="168402" cy="232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9"/>
              </a:lnSpc>
            </a:pPr>
            <a:r>
              <a:rPr lang="en-US" sz="124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⚡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343217" y="1150477"/>
            <a:ext cx="4796171" cy="25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Reactive Event-Loop Model —Non-blocking I/O —Fire-and-Forget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924526" y="3967582"/>
            <a:ext cx="601028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GET /logs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720779" y="3967582"/>
            <a:ext cx="667407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POST /logs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484495" y="3967582"/>
            <a:ext cx="800176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DELETE /logs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345842" y="3967582"/>
            <a:ext cx="733796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GET /health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5141976"/>
            <a:chOff x="0" y="-1"/>
            <a:chExt cx="76200000" cy="4284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"/>
              <a:ext cx="76200000" cy="42849799"/>
            </a:xfrm>
            <a:custGeom>
              <a:avLst/>
              <a:gdLst/>
              <a:ahLst/>
              <a:cxnLst/>
              <a:rect r="r" b="b" t="t" l="l"/>
              <a:pathLst>
                <a:path h="42849799" w="76200000">
                  <a:moveTo>
                    <a:pt x="76200000" y="0"/>
                  </a:moveTo>
                  <a:lnTo>
                    <a:pt x="76200000" y="42849799"/>
                  </a:lnTo>
                  <a:lnTo>
                    <a:pt x="0" y="42849799"/>
                  </a:lnTo>
                  <a:lnTo>
                    <a:pt x="0" y="0"/>
                  </a:lnTo>
                  <a:lnTo>
                    <a:pt x="762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9144000" cy="5143500"/>
            <a:chOff x="0" y="0"/>
            <a:chExt cx="76200000" cy="42862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000" cy="42862500"/>
            </a:xfrm>
            <a:custGeom>
              <a:avLst/>
              <a:gdLst/>
              <a:ahLst/>
              <a:cxnLst/>
              <a:rect r="r" b="b" t="t" l="l"/>
              <a:pathLst>
                <a:path h="42862500" w="76200000">
                  <a:moveTo>
                    <a:pt x="76200000" y="0"/>
                  </a:moveTo>
                  <a:lnTo>
                    <a:pt x="76200000" y="42862500"/>
                  </a:lnTo>
                  <a:lnTo>
                    <a:pt x="0" y="42862500"/>
                  </a:lnTo>
                  <a:lnTo>
                    <a:pt x="0" y="0"/>
                  </a:lnTo>
                  <a:lnTo>
                    <a:pt x="762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6858" y="-6858"/>
            <a:ext cx="9157716" cy="516636"/>
          </a:xfrm>
          <a:custGeom>
            <a:avLst/>
            <a:gdLst/>
            <a:ahLst/>
            <a:cxnLst/>
            <a:rect r="r" b="b" t="t" l="l"/>
            <a:pathLst>
              <a:path h="516636" w="9157716">
                <a:moveTo>
                  <a:pt x="0" y="0"/>
                </a:moveTo>
                <a:lnTo>
                  <a:pt x="9157716" y="0"/>
                </a:lnTo>
                <a:lnTo>
                  <a:pt x="9157716" y="516636"/>
                </a:lnTo>
                <a:lnTo>
                  <a:pt x="0" y="516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97062" y="4793742"/>
            <a:ext cx="379476" cy="242316"/>
          </a:xfrm>
          <a:custGeom>
            <a:avLst/>
            <a:gdLst/>
            <a:ahLst/>
            <a:cxnLst/>
            <a:rect r="r" b="b" t="t" l="l"/>
            <a:pathLst>
              <a:path h="242316" w="379476">
                <a:moveTo>
                  <a:pt x="0" y="0"/>
                </a:moveTo>
                <a:lnTo>
                  <a:pt x="379476" y="0"/>
                </a:lnTo>
                <a:lnTo>
                  <a:pt x="379476" y="242316"/>
                </a:lnTo>
                <a:lnTo>
                  <a:pt x="0" y="242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2806" y="1038606"/>
            <a:ext cx="1598676" cy="2769108"/>
          </a:xfrm>
          <a:custGeom>
            <a:avLst/>
            <a:gdLst/>
            <a:ahLst/>
            <a:cxnLst/>
            <a:rect r="r" b="b" t="t" l="l"/>
            <a:pathLst>
              <a:path h="2769108" w="1598676">
                <a:moveTo>
                  <a:pt x="0" y="0"/>
                </a:moveTo>
                <a:lnTo>
                  <a:pt x="1598676" y="0"/>
                </a:lnTo>
                <a:lnTo>
                  <a:pt x="1598676" y="2769108"/>
                </a:lnTo>
                <a:lnTo>
                  <a:pt x="0" y="27691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58902" y="1044702"/>
            <a:ext cx="1586484" cy="68580"/>
          </a:xfrm>
          <a:custGeom>
            <a:avLst/>
            <a:gdLst/>
            <a:ahLst/>
            <a:cxnLst/>
            <a:rect r="r" b="b" t="t" l="l"/>
            <a:pathLst>
              <a:path h="68580" w="1586484">
                <a:moveTo>
                  <a:pt x="0" y="0"/>
                </a:moveTo>
                <a:lnTo>
                  <a:pt x="1586484" y="0"/>
                </a:lnTo>
                <a:lnTo>
                  <a:pt x="1586484" y="68580"/>
                </a:ln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11936" y="1209037"/>
            <a:ext cx="280416" cy="280416"/>
            <a:chOff x="0" y="0"/>
            <a:chExt cx="373888" cy="3738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3888" cy="373888"/>
            </a:xfrm>
            <a:custGeom>
              <a:avLst/>
              <a:gdLst/>
              <a:ahLst/>
              <a:cxnLst/>
              <a:rect r="r" b="b" t="t" l="l"/>
              <a:pathLst>
                <a:path h="373888" w="373888">
                  <a:moveTo>
                    <a:pt x="0" y="0"/>
                  </a:moveTo>
                  <a:lnTo>
                    <a:pt x="373888" y="0"/>
                  </a:lnTo>
                  <a:lnTo>
                    <a:pt x="373888" y="373888"/>
                  </a:lnTo>
                  <a:lnTo>
                    <a:pt x="0" y="373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2053590" y="1038606"/>
            <a:ext cx="1598676" cy="2769108"/>
          </a:xfrm>
          <a:custGeom>
            <a:avLst/>
            <a:gdLst/>
            <a:ahLst/>
            <a:cxnLst/>
            <a:rect r="r" b="b" t="t" l="l"/>
            <a:pathLst>
              <a:path h="2769108" w="1598676">
                <a:moveTo>
                  <a:pt x="0" y="0"/>
                </a:moveTo>
                <a:lnTo>
                  <a:pt x="1598676" y="0"/>
                </a:lnTo>
                <a:lnTo>
                  <a:pt x="1598676" y="2769108"/>
                </a:lnTo>
                <a:lnTo>
                  <a:pt x="0" y="276910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059686" y="1044702"/>
            <a:ext cx="1586484" cy="68580"/>
          </a:xfrm>
          <a:custGeom>
            <a:avLst/>
            <a:gdLst/>
            <a:ahLst/>
            <a:cxnLst/>
            <a:rect r="r" b="b" t="t" l="l"/>
            <a:pathLst>
              <a:path h="68580" w="1586484">
                <a:moveTo>
                  <a:pt x="0" y="0"/>
                </a:moveTo>
                <a:lnTo>
                  <a:pt x="1586484" y="0"/>
                </a:lnTo>
                <a:lnTo>
                  <a:pt x="1586484" y="68580"/>
                </a:ln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2712720" y="1209037"/>
            <a:ext cx="280416" cy="280416"/>
            <a:chOff x="0" y="0"/>
            <a:chExt cx="373888" cy="3738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3888" cy="373888"/>
            </a:xfrm>
            <a:custGeom>
              <a:avLst/>
              <a:gdLst/>
              <a:ahLst/>
              <a:cxnLst/>
              <a:rect r="r" b="b" t="t" l="l"/>
              <a:pathLst>
                <a:path h="373888" w="373888">
                  <a:moveTo>
                    <a:pt x="0" y="0"/>
                  </a:moveTo>
                  <a:lnTo>
                    <a:pt x="373888" y="0"/>
                  </a:lnTo>
                  <a:lnTo>
                    <a:pt x="373888" y="373888"/>
                  </a:lnTo>
                  <a:lnTo>
                    <a:pt x="0" y="373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3754374" y="1038606"/>
            <a:ext cx="1598676" cy="2769108"/>
          </a:xfrm>
          <a:custGeom>
            <a:avLst/>
            <a:gdLst/>
            <a:ahLst/>
            <a:cxnLst/>
            <a:rect r="r" b="b" t="t" l="l"/>
            <a:pathLst>
              <a:path h="2769108" w="1598676">
                <a:moveTo>
                  <a:pt x="0" y="0"/>
                </a:moveTo>
                <a:lnTo>
                  <a:pt x="1598676" y="0"/>
                </a:lnTo>
                <a:lnTo>
                  <a:pt x="1598676" y="2769108"/>
                </a:lnTo>
                <a:lnTo>
                  <a:pt x="0" y="276910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760470" y="1044702"/>
            <a:ext cx="1586484" cy="68580"/>
          </a:xfrm>
          <a:custGeom>
            <a:avLst/>
            <a:gdLst/>
            <a:ahLst/>
            <a:cxnLst/>
            <a:rect r="r" b="b" t="t" l="l"/>
            <a:pathLst>
              <a:path h="68580" w="1586484">
                <a:moveTo>
                  <a:pt x="0" y="0"/>
                </a:moveTo>
                <a:lnTo>
                  <a:pt x="1586484" y="0"/>
                </a:lnTo>
                <a:lnTo>
                  <a:pt x="1586484" y="68580"/>
                </a:ln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4413504" y="1209037"/>
            <a:ext cx="280416" cy="280416"/>
            <a:chOff x="0" y="0"/>
            <a:chExt cx="373888" cy="3738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3888" cy="373888"/>
            </a:xfrm>
            <a:custGeom>
              <a:avLst/>
              <a:gdLst/>
              <a:ahLst/>
              <a:cxnLst/>
              <a:rect r="r" b="b" t="t" l="l"/>
              <a:pathLst>
                <a:path h="373888" w="373888">
                  <a:moveTo>
                    <a:pt x="0" y="0"/>
                  </a:moveTo>
                  <a:lnTo>
                    <a:pt x="373888" y="0"/>
                  </a:lnTo>
                  <a:lnTo>
                    <a:pt x="373888" y="373888"/>
                  </a:lnTo>
                  <a:lnTo>
                    <a:pt x="0" y="373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5455158" y="1038606"/>
            <a:ext cx="1598676" cy="2769108"/>
          </a:xfrm>
          <a:custGeom>
            <a:avLst/>
            <a:gdLst/>
            <a:ahLst/>
            <a:cxnLst/>
            <a:rect r="r" b="b" t="t" l="l"/>
            <a:pathLst>
              <a:path h="2769108" w="1598676">
                <a:moveTo>
                  <a:pt x="0" y="0"/>
                </a:moveTo>
                <a:lnTo>
                  <a:pt x="1598676" y="0"/>
                </a:lnTo>
                <a:lnTo>
                  <a:pt x="1598676" y="2769108"/>
                </a:lnTo>
                <a:lnTo>
                  <a:pt x="0" y="276910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461254" y="1044702"/>
            <a:ext cx="1586484" cy="68580"/>
          </a:xfrm>
          <a:custGeom>
            <a:avLst/>
            <a:gdLst/>
            <a:ahLst/>
            <a:cxnLst/>
            <a:rect r="r" b="b" t="t" l="l"/>
            <a:pathLst>
              <a:path h="68580" w="1586484">
                <a:moveTo>
                  <a:pt x="0" y="0"/>
                </a:moveTo>
                <a:lnTo>
                  <a:pt x="1586484" y="0"/>
                </a:lnTo>
                <a:lnTo>
                  <a:pt x="1586484" y="68580"/>
                </a:ln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6114288" y="1209037"/>
            <a:ext cx="280416" cy="280416"/>
            <a:chOff x="0" y="0"/>
            <a:chExt cx="373888" cy="3738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73888" cy="373888"/>
            </a:xfrm>
            <a:custGeom>
              <a:avLst/>
              <a:gdLst/>
              <a:ahLst/>
              <a:cxnLst/>
              <a:rect r="r" b="b" t="t" l="l"/>
              <a:pathLst>
                <a:path h="373888" w="373888">
                  <a:moveTo>
                    <a:pt x="0" y="0"/>
                  </a:moveTo>
                  <a:lnTo>
                    <a:pt x="373888" y="0"/>
                  </a:lnTo>
                  <a:lnTo>
                    <a:pt x="373888" y="373888"/>
                  </a:lnTo>
                  <a:lnTo>
                    <a:pt x="0" y="373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7155942" y="1038606"/>
            <a:ext cx="1598676" cy="2769108"/>
          </a:xfrm>
          <a:custGeom>
            <a:avLst/>
            <a:gdLst/>
            <a:ahLst/>
            <a:cxnLst/>
            <a:rect r="r" b="b" t="t" l="l"/>
            <a:pathLst>
              <a:path h="2769108" w="1598676">
                <a:moveTo>
                  <a:pt x="0" y="0"/>
                </a:moveTo>
                <a:lnTo>
                  <a:pt x="1598676" y="0"/>
                </a:lnTo>
                <a:lnTo>
                  <a:pt x="1598676" y="2769108"/>
                </a:lnTo>
                <a:lnTo>
                  <a:pt x="0" y="276910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162038" y="1044702"/>
            <a:ext cx="1586484" cy="68580"/>
          </a:xfrm>
          <a:custGeom>
            <a:avLst/>
            <a:gdLst/>
            <a:ahLst/>
            <a:cxnLst/>
            <a:rect r="r" b="b" t="t" l="l"/>
            <a:pathLst>
              <a:path h="68580" w="1586484">
                <a:moveTo>
                  <a:pt x="0" y="0"/>
                </a:moveTo>
                <a:lnTo>
                  <a:pt x="1586484" y="0"/>
                </a:lnTo>
                <a:lnTo>
                  <a:pt x="1586484" y="68580"/>
                </a:ln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7815072" y="1209037"/>
            <a:ext cx="280416" cy="280416"/>
            <a:chOff x="0" y="0"/>
            <a:chExt cx="373888" cy="3738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73888" cy="373888"/>
            </a:xfrm>
            <a:custGeom>
              <a:avLst/>
              <a:gdLst/>
              <a:ahLst/>
              <a:cxnLst/>
              <a:rect r="r" b="b" t="t" l="l"/>
              <a:pathLst>
                <a:path h="373888" w="373888">
                  <a:moveTo>
                    <a:pt x="0" y="0"/>
                  </a:moveTo>
                  <a:lnTo>
                    <a:pt x="373888" y="0"/>
                  </a:lnTo>
                  <a:lnTo>
                    <a:pt x="373888" y="373888"/>
                  </a:lnTo>
                  <a:lnTo>
                    <a:pt x="0" y="373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0" b="0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1593342" y="4016502"/>
            <a:ext cx="1344168" cy="269748"/>
          </a:xfrm>
          <a:custGeom>
            <a:avLst/>
            <a:gdLst/>
            <a:ahLst/>
            <a:cxnLst/>
            <a:rect r="r" b="b" t="t" l="l"/>
            <a:pathLst>
              <a:path h="269748" w="1344168">
                <a:moveTo>
                  <a:pt x="0" y="0"/>
                </a:moveTo>
                <a:lnTo>
                  <a:pt x="1344168" y="0"/>
                </a:lnTo>
                <a:lnTo>
                  <a:pt x="1344168" y="269748"/>
                </a:lnTo>
                <a:lnTo>
                  <a:pt x="0" y="269748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015539" y="4016502"/>
            <a:ext cx="1132332" cy="269748"/>
          </a:xfrm>
          <a:custGeom>
            <a:avLst/>
            <a:gdLst/>
            <a:ahLst/>
            <a:cxnLst/>
            <a:rect r="r" b="b" t="t" l="l"/>
            <a:pathLst>
              <a:path h="269748" w="1132332">
                <a:moveTo>
                  <a:pt x="0" y="0"/>
                </a:moveTo>
                <a:lnTo>
                  <a:pt x="1132332" y="0"/>
                </a:lnTo>
                <a:lnTo>
                  <a:pt x="1132332" y="269748"/>
                </a:lnTo>
                <a:lnTo>
                  <a:pt x="0" y="269748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4226357" y="4016502"/>
            <a:ext cx="1554480" cy="269748"/>
          </a:xfrm>
          <a:custGeom>
            <a:avLst/>
            <a:gdLst/>
            <a:ahLst/>
            <a:cxnLst/>
            <a:rect r="r" b="b" t="t" l="l"/>
            <a:pathLst>
              <a:path h="269748" w="1554480">
                <a:moveTo>
                  <a:pt x="0" y="0"/>
                </a:moveTo>
                <a:lnTo>
                  <a:pt x="1554480" y="0"/>
                </a:lnTo>
                <a:lnTo>
                  <a:pt x="1554480" y="269748"/>
                </a:lnTo>
                <a:lnTo>
                  <a:pt x="0" y="269748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5859323" y="4016502"/>
            <a:ext cx="1484376" cy="269748"/>
          </a:xfrm>
          <a:custGeom>
            <a:avLst/>
            <a:gdLst/>
            <a:ahLst/>
            <a:cxnLst/>
            <a:rect r="r" b="b" t="t" l="l"/>
            <a:pathLst>
              <a:path h="269748" w="1484376">
                <a:moveTo>
                  <a:pt x="0" y="0"/>
                </a:moveTo>
                <a:lnTo>
                  <a:pt x="1484376" y="0"/>
                </a:lnTo>
                <a:lnTo>
                  <a:pt x="1484376" y="269748"/>
                </a:lnTo>
                <a:lnTo>
                  <a:pt x="0" y="269748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422032" y="4016502"/>
            <a:ext cx="1484376" cy="269748"/>
          </a:xfrm>
          <a:custGeom>
            <a:avLst/>
            <a:gdLst/>
            <a:ahLst/>
            <a:cxnLst/>
            <a:rect r="r" b="b" t="t" l="l"/>
            <a:pathLst>
              <a:path h="269748" w="1484376">
                <a:moveTo>
                  <a:pt x="0" y="0"/>
                </a:moveTo>
                <a:lnTo>
                  <a:pt x="1484376" y="0"/>
                </a:lnTo>
                <a:lnTo>
                  <a:pt x="1484376" y="269748"/>
                </a:lnTo>
                <a:lnTo>
                  <a:pt x="0" y="269748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365760" y="17316"/>
            <a:ext cx="3435410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Frontend —React 18 + Vite 5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77154" y="528704"/>
            <a:ext cx="29280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65760" y="528704"/>
            <a:ext cx="2995289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HBYS-inspiredUI | Nginx | Port3000 | MediSoftHBYS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65760" y="4048058"/>
            <a:ext cx="585826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0">
                <a:solidFill>
                  <a:srgbClr val="546E7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UI Features: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25135" y="1728530"/>
            <a:ext cx="467535" cy="420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60"/>
              </a:lnSpc>
            </a:pPr>
            <a:r>
              <a:rPr lang="en-US" b="true" sz="900">
                <a:solidFill>
                  <a:srgbClr val="1565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 Ekran</a:t>
            </a:r>
          </a:p>
          <a:p>
            <a:pPr algn="just">
              <a:lnSpc>
                <a:spcPts val="1119"/>
              </a:lnSpc>
            </a:pPr>
            <a:r>
              <a:rPr lang="en-US" sz="799" i="true" spc="0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Dashboard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566387" y="1728530"/>
            <a:ext cx="585168" cy="420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b="true" sz="900">
                <a:solidFill>
                  <a:srgbClr val="1B5E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Hasta Kayıt</a:t>
            </a:r>
          </a:p>
          <a:p>
            <a:pPr algn="ctr">
              <a:lnSpc>
                <a:spcPts val="1119"/>
              </a:lnSpc>
            </a:pPr>
            <a:r>
              <a:rPr lang="en-US" sz="7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Patient Mgmt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090159" y="1728530"/>
            <a:ext cx="949709" cy="420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b="true" sz="900">
                <a:solidFill>
                  <a:srgbClr val="1976D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Poliklinik Randevusu</a:t>
            </a:r>
          </a:p>
          <a:p>
            <a:pPr algn="ctr">
              <a:lnSpc>
                <a:spcPts val="1119"/>
              </a:lnSpc>
            </a:pPr>
            <a:r>
              <a:rPr lang="en-US" sz="799" i="true" spc="0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Appointments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959221" y="1728530"/>
            <a:ext cx="603609" cy="420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b="true" sz="900">
                <a:solidFill>
                  <a:srgbClr val="6A1B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Hekim Listesi</a:t>
            </a:r>
          </a:p>
          <a:p>
            <a:pPr algn="ctr">
              <a:lnSpc>
                <a:spcPts val="1119"/>
              </a:lnSpc>
            </a:pPr>
            <a:r>
              <a:rPr lang="en-US" sz="7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Doctor Mgmt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616352" y="1728530"/>
            <a:ext cx="692753" cy="420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b="true" sz="900">
                <a:solidFill>
                  <a:srgbClr val="E651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Aktivite Logları</a:t>
            </a:r>
          </a:p>
          <a:p>
            <a:pPr algn="ctr">
              <a:lnSpc>
                <a:spcPts val="1119"/>
              </a:lnSpc>
            </a:pPr>
            <a:r>
              <a:rPr lang="en-US" sz="799" i="true" spc="0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Activity Logs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629650" y="4810058"/>
            <a:ext cx="117405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22716" y="2461651"/>
            <a:ext cx="1079906" cy="40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"/>
              </a:lnSpc>
            </a:pPr>
            <a:r>
              <a:rPr lang="en-US" sz="799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Stats cards, recent patients &amp; appointments, doctor status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936814" y="4043410"/>
            <a:ext cx="669798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1565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Real-time Clock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329844" y="2461651"/>
            <a:ext cx="1067810" cy="40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"/>
              </a:lnSpc>
            </a:pPr>
            <a:r>
              <a:rPr lang="en-US" sz="799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CRUD, protocol P-000001 TC No, blood type</a:t>
            </a:r>
          </a:p>
          <a:p>
            <a:pPr algn="ctr">
              <a:lnSpc>
                <a:spcPts val="999"/>
              </a:lnSpc>
            </a:pPr>
            <a:r>
              <a:rPr lang="en-US" sz="799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gender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311033" y="4043410"/>
            <a:ext cx="551631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1565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Dark Sidebar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043334" y="2461651"/>
            <a:ext cx="1041940" cy="40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"/>
              </a:lnSpc>
            </a:pPr>
            <a:r>
              <a:rPr lang="en-US" sz="799" spc="0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Calendar date picker Hourly time 08:00–18:00 Status management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586087" y="4043410"/>
            <a:ext cx="850868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1565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Color-coded Badges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886993" y="2461651"/>
            <a:ext cx="749341" cy="40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"/>
              </a:lnSpc>
            </a:pPr>
            <a:r>
              <a:rPr lang="en-US" sz="799" spc="0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Specialty filter Availability toggle Uzm. Dr. prefix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232417" y="4043410"/>
            <a:ext cx="752361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1565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●CANLI Indicator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428233" y="2461651"/>
            <a:ext cx="1075172" cy="40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"/>
              </a:lnSpc>
            </a:pPr>
            <a:r>
              <a:rPr lang="en-US" sz="799" spc="0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auto-refresh 3s ●CANLI live indicator Filter by service/level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780049" y="4043410"/>
            <a:ext cx="783222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b="true" sz="799">
                <a:solidFill>
                  <a:srgbClr val="1565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P-000001 Protocol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5141976"/>
            <a:chOff x="0" y="0"/>
            <a:chExt cx="38100000" cy="21424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00000" cy="21424900"/>
            </a:xfrm>
            <a:custGeom>
              <a:avLst/>
              <a:gdLst/>
              <a:ahLst/>
              <a:cxnLst/>
              <a:rect r="r" b="b" t="t" l="l"/>
              <a:pathLst>
                <a:path h="21424900" w="38100000">
                  <a:moveTo>
                    <a:pt x="38100000" y="0"/>
                  </a:moveTo>
                  <a:lnTo>
                    <a:pt x="38100000" y="21424900"/>
                  </a:lnTo>
                  <a:lnTo>
                    <a:pt x="0" y="21424900"/>
                  </a:lnTo>
                  <a:lnTo>
                    <a:pt x="0" y="0"/>
                  </a:lnTo>
                  <a:lnTo>
                    <a:pt x="381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762"/>
            <a:ext cx="9144000" cy="5145024"/>
            <a:chOff x="0" y="0"/>
            <a:chExt cx="38100000" cy="21431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100000" cy="21431250"/>
            </a:xfrm>
            <a:custGeom>
              <a:avLst/>
              <a:gdLst/>
              <a:ahLst/>
              <a:cxnLst/>
              <a:rect r="r" b="b" t="t" l="l"/>
              <a:pathLst>
                <a:path h="21431250" w="38100000">
                  <a:moveTo>
                    <a:pt x="38100000" y="0"/>
                  </a:moveTo>
                  <a:lnTo>
                    <a:pt x="38100000" y="21431250"/>
                  </a:lnTo>
                  <a:lnTo>
                    <a:pt x="0" y="21431250"/>
                  </a:lnTo>
                  <a:lnTo>
                    <a:pt x="0" y="0"/>
                  </a:lnTo>
                  <a:lnTo>
                    <a:pt x="381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7620" y="-7620"/>
            <a:ext cx="9159240" cy="518160"/>
          </a:xfrm>
          <a:custGeom>
            <a:avLst/>
            <a:gdLst/>
            <a:ahLst/>
            <a:cxnLst/>
            <a:rect r="r" b="b" t="t" l="l"/>
            <a:pathLst>
              <a:path h="518160" w="9159240">
                <a:moveTo>
                  <a:pt x="0" y="0"/>
                </a:moveTo>
                <a:lnTo>
                  <a:pt x="9159240" y="0"/>
                </a:lnTo>
                <a:lnTo>
                  <a:pt x="9159240" y="518160"/>
                </a:lnTo>
                <a:lnTo>
                  <a:pt x="0" y="5181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96300" y="4792980"/>
            <a:ext cx="381000" cy="243840"/>
          </a:xfrm>
          <a:custGeom>
            <a:avLst/>
            <a:gdLst/>
            <a:ahLst/>
            <a:cxnLst/>
            <a:rect r="r" b="b" t="t" l="l"/>
            <a:pathLst>
              <a:path h="243840" w="381000">
                <a:moveTo>
                  <a:pt x="0" y="0"/>
                </a:moveTo>
                <a:lnTo>
                  <a:pt x="381000" y="0"/>
                </a:lnTo>
                <a:lnTo>
                  <a:pt x="381000" y="243840"/>
                </a:lnTo>
                <a:lnTo>
                  <a:pt x="0" y="2438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65760" y="1078992"/>
            <a:ext cx="2743200" cy="213360"/>
            <a:chOff x="1524000" y="4495800"/>
            <a:chExt cx="11430000" cy="88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30000" cy="889000"/>
            </a:xfrm>
            <a:custGeom>
              <a:avLst/>
              <a:gdLst/>
              <a:ahLst/>
              <a:cxnLst/>
              <a:rect r="r" b="b" t="t" l="l"/>
              <a:pathLst>
                <a:path h="889000" w="11430000">
                  <a:moveTo>
                    <a:pt x="11430000" y="0"/>
                  </a:moveTo>
                  <a:lnTo>
                    <a:pt x="11430000" y="889000"/>
                  </a:lnTo>
                  <a:lnTo>
                    <a:pt x="0" y="889000"/>
                  </a:lnTo>
                  <a:lnTo>
                    <a:pt x="0" y="0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108960" y="1078992"/>
            <a:ext cx="1188720" cy="213360"/>
            <a:chOff x="12954000" y="4495800"/>
            <a:chExt cx="4953000" cy="88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53000" cy="889000"/>
            </a:xfrm>
            <a:custGeom>
              <a:avLst/>
              <a:gdLst/>
              <a:ahLst/>
              <a:cxnLst/>
              <a:rect r="r" b="b" t="t" l="l"/>
              <a:pathLst>
                <a:path h="889000" w="4953000">
                  <a:moveTo>
                    <a:pt x="4953000" y="0"/>
                  </a:moveTo>
                  <a:lnTo>
                    <a:pt x="4953000" y="889000"/>
                  </a:lnTo>
                  <a:lnTo>
                    <a:pt x="0" y="889000"/>
                  </a:lnTo>
                  <a:lnTo>
                    <a:pt x="0" y="0"/>
                  </a:lnTo>
                  <a:lnTo>
                    <a:pt x="4953000" y="0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65760" y="1291590"/>
            <a:ext cx="2743200" cy="207264"/>
            <a:chOff x="1524000" y="5384800"/>
            <a:chExt cx="11430000" cy="857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430000" cy="857250"/>
            </a:xfrm>
            <a:custGeom>
              <a:avLst/>
              <a:gdLst/>
              <a:ahLst/>
              <a:cxnLst/>
              <a:rect r="r" b="b" t="t" l="l"/>
              <a:pathLst>
                <a:path h="857250" w="11430000">
                  <a:moveTo>
                    <a:pt x="11430000" y="0"/>
                  </a:moveTo>
                  <a:lnTo>
                    <a:pt x="11430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108960" y="1291590"/>
            <a:ext cx="1188720" cy="207264"/>
            <a:chOff x="12954000" y="5384800"/>
            <a:chExt cx="4953000" cy="857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53000" cy="857250"/>
            </a:xfrm>
            <a:custGeom>
              <a:avLst/>
              <a:gdLst/>
              <a:ahLst/>
              <a:cxnLst/>
              <a:rect r="r" b="b" t="t" l="l"/>
              <a:pathLst>
                <a:path h="857250" w="4953000">
                  <a:moveTo>
                    <a:pt x="4953000" y="0"/>
                  </a:moveTo>
                  <a:lnTo>
                    <a:pt x="4953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4953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65760" y="1497330"/>
            <a:ext cx="2743200" cy="207264"/>
            <a:chOff x="1524000" y="6242050"/>
            <a:chExt cx="11430000" cy="8572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430000" cy="857250"/>
            </a:xfrm>
            <a:custGeom>
              <a:avLst/>
              <a:gdLst/>
              <a:ahLst/>
              <a:cxnLst/>
              <a:rect r="r" b="b" t="t" l="l"/>
              <a:pathLst>
                <a:path h="857250" w="11430000">
                  <a:moveTo>
                    <a:pt x="11430000" y="0"/>
                  </a:moveTo>
                  <a:lnTo>
                    <a:pt x="11430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108960" y="1497330"/>
            <a:ext cx="1188720" cy="207264"/>
            <a:chOff x="12954000" y="6242050"/>
            <a:chExt cx="4953000" cy="8572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53000" cy="857250"/>
            </a:xfrm>
            <a:custGeom>
              <a:avLst/>
              <a:gdLst/>
              <a:ahLst/>
              <a:cxnLst/>
              <a:rect r="r" b="b" t="t" l="l"/>
              <a:pathLst>
                <a:path h="857250" w="4953000">
                  <a:moveTo>
                    <a:pt x="4953000" y="0"/>
                  </a:moveTo>
                  <a:lnTo>
                    <a:pt x="4953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4953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365760" y="1703070"/>
            <a:ext cx="2743200" cy="207264"/>
            <a:chOff x="1524000" y="7099300"/>
            <a:chExt cx="11430000" cy="857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430000" cy="857250"/>
            </a:xfrm>
            <a:custGeom>
              <a:avLst/>
              <a:gdLst/>
              <a:ahLst/>
              <a:cxnLst/>
              <a:rect r="r" b="b" t="t" l="l"/>
              <a:pathLst>
                <a:path h="857250" w="11430000">
                  <a:moveTo>
                    <a:pt x="11430000" y="0"/>
                  </a:moveTo>
                  <a:lnTo>
                    <a:pt x="11430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108960" y="1703070"/>
            <a:ext cx="1188720" cy="207264"/>
            <a:chOff x="12954000" y="7099300"/>
            <a:chExt cx="4953000" cy="8572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53000" cy="857250"/>
            </a:xfrm>
            <a:custGeom>
              <a:avLst/>
              <a:gdLst/>
              <a:ahLst/>
              <a:cxnLst/>
              <a:rect r="r" b="b" t="t" l="l"/>
              <a:pathLst>
                <a:path h="857250" w="4953000">
                  <a:moveTo>
                    <a:pt x="4953000" y="0"/>
                  </a:moveTo>
                  <a:lnTo>
                    <a:pt x="4953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4953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65760" y="1908810"/>
            <a:ext cx="2743200" cy="207264"/>
            <a:chOff x="1524000" y="7956550"/>
            <a:chExt cx="11430000" cy="8572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430000" cy="857250"/>
            </a:xfrm>
            <a:custGeom>
              <a:avLst/>
              <a:gdLst/>
              <a:ahLst/>
              <a:cxnLst/>
              <a:rect r="r" b="b" t="t" l="l"/>
              <a:pathLst>
                <a:path h="857250" w="11430000">
                  <a:moveTo>
                    <a:pt x="11430000" y="0"/>
                  </a:moveTo>
                  <a:lnTo>
                    <a:pt x="11430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108960" y="1908810"/>
            <a:ext cx="1188720" cy="207264"/>
            <a:chOff x="12954000" y="7956550"/>
            <a:chExt cx="4953000" cy="857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53000" cy="857250"/>
            </a:xfrm>
            <a:custGeom>
              <a:avLst/>
              <a:gdLst/>
              <a:ahLst/>
              <a:cxnLst/>
              <a:rect r="r" b="b" t="t" l="l"/>
              <a:pathLst>
                <a:path h="857250" w="4953000">
                  <a:moveTo>
                    <a:pt x="4953000" y="0"/>
                  </a:moveTo>
                  <a:lnTo>
                    <a:pt x="4953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4953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65760" y="2114550"/>
            <a:ext cx="2743200" cy="207264"/>
            <a:chOff x="1524000" y="8813800"/>
            <a:chExt cx="11430000" cy="8572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430000" cy="857250"/>
            </a:xfrm>
            <a:custGeom>
              <a:avLst/>
              <a:gdLst/>
              <a:ahLst/>
              <a:cxnLst/>
              <a:rect r="r" b="b" t="t" l="l"/>
              <a:pathLst>
                <a:path h="857250" w="11430000">
                  <a:moveTo>
                    <a:pt x="11430000" y="0"/>
                  </a:moveTo>
                  <a:lnTo>
                    <a:pt x="11430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3108960" y="2114550"/>
            <a:ext cx="1188720" cy="207264"/>
            <a:chOff x="12954000" y="8813800"/>
            <a:chExt cx="4953000" cy="8572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53000" cy="857250"/>
            </a:xfrm>
            <a:custGeom>
              <a:avLst/>
              <a:gdLst/>
              <a:ahLst/>
              <a:cxnLst/>
              <a:rect r="r" b="b" t="t" l="l"/>
              <a:pathLst>
                <a:path h="857250" w="4953000">
                  <a:moveTo>
                    <a:pt x="4953000" y="0"/>
                  </a:moveTo>
                  <a:lnTo>
                    <a:pt x="4953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4953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3104388" y="1072134"/>
            <a:ext cx="9525" cy="1255776"/>
          </a:xfrm>
          <a:custGeom>
            <a:avLst/>
            <a:gdLst/>
            <a:ahLst/>
            <a:cxnLst/>
            <a:rect r="r" b="b" t="t" l="l"/>
            <a:pathLst>
              <a:path h="1255776" w="9525">
                <a:moveTo>
                  <a:pt x="0" y="0"/>
                </a:moveTo>
                <a:lnTo>
                  <a:pt x="9525" y="0"/>
                </a:lnTo>
                <a:lnTo>
                  <a:pt x="9525" y="1255776"/>
                </a:lnTo>
                <a:lnTo>
                  <a:pt x="0" y="12557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358140" y="1287780"/>
            <a:ext cx="3947160" cy="9525"/>
          </a:xfrm>
          <a:custGeom>
            <a:avLst/>
            <a:gdLst/>
            <a:ahLst/>
            <a:cxnLst/>
            <a:rect r="r" b="b" t="t" l="l"/>
            <a:pathLst>
              <a:path h="9525" w="3947160">
                <a:moveTo>
                  <a:pt x="0" y="0"/>
                </a:moveTo>
                <a:lnTo>
                  <a:pt x="3947160" y="0"/>
                </a:lnTo>
                <a:lnTo>
                  <a:pt x="394716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358140" y="1493520"/>
            <a:ext cx="3947160" cy="9525"/>
          </a:xfrm>
          <a:custGeom>
            <a:avLst/>
            <a:gdLst/>
            <a:ahLst/>
            <a:cxnLst/>
            <a:rect r="r" b="b" t="t" l="l"/>
            <a:pathLst>
              <a:path h="9525" w="3947160">
                <a:moveTo>
                  <a:pt x="0" y="0"/>
                </a:moveTo>
                <a:lnTo>
                  <a:pt x="3947160" y="0"/>
                </a:lnTo>
                <a:lnTo>
                  <a:pt x="394716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358140" y="1699260"/>
            <a:ext cx="3947160" cy="9525"/>
          </a:xfrm>
          <a:custGeom>
            <a:avLst/>
            <a:gdLst/>
            <a:ahLst/>
            <a:cxnLst/>
            <a:rect r="r" b="b" t="t" l="l"/>
            <a:pathLst>
              <a:path h="9525" w="3947160">
                <a:moveTo>
                  <a:pt x="0" y="0"/>
                </a:moveTo>
                <a:lnTo>
                  <a:pt x="3947160" y="0"/>
                </a:lnTo>
                <a:lnTo>
                  <a:pt x="394716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358140" y="1905000"/>
            <a:ext cx="3947160" cy="9525"/>
          </a:xfrm>
          <a:custGeom>
            <a:avLst/>
            <a:gdLst/>
            <a:ahLst/>
            <a:cxnLst/>
            <a:rect r="r" b="b" t="t" l="l"/>
            <a:pathLst>
              <a:path h="9525" w="3947160">
                <a:moveTo>
                  <a:pt x="0" y="0"/>
                </a:moveTo>
                <a:lnTo>
                  <a:pt x="3947160" y="0"/>
                </a:lnTo>
                <a:lnTo>
                  <a:pt x="394716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358140" y="2110740"/>
            <a:ext cx="3947160" cy="9525"/>
          </a:xfrm>
          <a:custGeom>
            <a:avLst/>
            <a:gdLst/>
            <a:ahLst/>
            <a:cxnLst/>
            <a:rect r="r" b="b" t="t" l="l"/>
            <a:pathLst>
              <a:path h="9525" w="3947160">
                <a:moveTo>
                  <a:pt x="0" y="0"/>
                </a:moveTo>
                <a:lnTo>
                  <a:pt x="3947160" y="0"/>
                </a:lnTo>
                <a:lnTo>
                  <a:pt x="394716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361188" y="1072134"/>
            <a:ext cx="9525" cy="1255776"/>
          </a:xfrm>
          <a:custGeom>
            <a:avLst/>
            <a:gdLst/>
            <a:ahLst/>
            <a:cxnLst/>
            <a:rect r="r" b="b" t="t" l="l"/>
            <a:pathLst>
              <a:path h="1255776" w="9525">
                <a:moveTo>
                  <a:pt x="0" y="0"/>
                </a:moveTo>
                <a:lnTo>
                  <a:pt x="9525" y="0"/>
                </a:lnTo>
                <a:lnTo>
                  <a:pt x="9525" y="1255776"/>
                </a:lnTo>
                <a:lnTo>
                  <a:pt x="0" y="125577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4293108" y="1072134"/>
            <a:ext cx="9525" cy="1255776"/>
          </a:xfrm>
          <a:custGeom>
            <a:avLst/>
            <a:gdLst/>
            <a:ahLst/>
            <a:cxnLst/>
            <a:rect r="r" b="b" t="t" l="l"/>
            <a:pathLst>
              <a:path h="1255776" w="9525">
                <a:moveTo>
                  <a:pt x="0" y="0"/>
                </a:moveTo>
                <a:lnTo>
                  <a:pt x="9525" y="0"/>
                </a:lnTo>
                <a:lnTo>
                  <a:pt x="9525" y="1255776"/>
                </a:lnTo>
                <a:lnTo>
                  <a:pt x="0" y="125577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358140" y="1074420"/>
            <a:ext cx="3947160" cy="9525"/>
          </a:xfrm>
          <a:custGeom>
            <a:avLst/>
            <a:gdLst/>
            <a:ahLst/>
            <a:cxnLst/>
            <a:rect r="r" b="b" t="t" l="l"/>
            <a:pathLst>
              <a:path h="9525" w="3947160">
                <a:moveTo>
                  <a:pt x="0" y="0"/>
                </a:moveTo>
                <a:lnTo>
                  <a:pt x="3947160" y="0"/>
                </a:lnTo>
                <a:lnTo>
                  <a:pt x="394716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358140" y="2316480"/>
            <a:ext cx="3947160" cy="9525"/>
          </a:xfrm>
          <a:custGeom>
            <a:avLst/>
            <a:gdLst/>
            <a:ahLst/>
            <a:cxnLst/>
            <a:rect r="r" b="b" t="t" l="l"/>
            <a:pathLst>
              <a:path h="9525" w="3947160">
                <a:moveTo>
                  <a:pt x="0" y="0"/>
                </a:moveTo>
                <a:lnTo>
                  <a:pt x="3947160" y="0"/>
                </a:lnTo>
                <a:lnTo>
                  <a:pt x="394716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4564380" y="1409700"/>
            <a:ext cx="4221480" cy="2621280"/>
          </a:xfrm>
          <a:custGeom>
            <a:avLst/>
            <a:gdLst/>
            <a:ahLst/>
            <a:cxnLst/>
            <a:rect r="r" b="b" t="t" l="l"/>
            <a:pathLst>
              <a:path h="2621280" w="4221480">
                <a:moveTo>
                  <a:pt x="0" y="0"/>
                </a:moveTo>
                <a:lnTo>
                  <a:pt x="4221480" y="0"/>
                </a:lnTo>
                <a:lnTo>
                  <a:pt x="4221480" y="2621280"/>
                </a:lnTo>
                <a:lnTo>
                  <a:pt x="0" y="262128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4564380" y="1409700"/>
            <a:ext cx="70104" cy="2621280"/>
          </a:xfrm>
          <a:custGeom>
            <a:avLst/>
            <a:gdLst/>
            <a:ahLst/>
            <a:cxnLst/>
            <a:rect r="r" b="b" t="t" l="l"/>
            <a:pathLst>
              <a:path h="2621280" w="70104">
                <a:moveTo>
                  <a:pt x="0" y="0"/>
                </a:moveTo>
                <a:lnTo>
                  <a:pt x="70104" y="0"/>
                </a:lnTo>
                <a:lnTo>
                  <a:pt x="70104" y="2621280"/>
                </a:lnTo>
                <a:lnTo>
                  <a:pt x="0" y="262128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358140" y="3759708"/>
            <a:ext cx="3947160" cy="271272"/>
          </a:xfrm>
          <a:custGeom>
            <a:avLst/>
            <a:gdLst/>
            <a:ahLst/>
            <a:cxnLst/>
            <a:rect r="r" b="b" t="t" l="l"/>
            <a:pathLst>
              <a:path h="271272" w="3947160">
                <a:moveTo>
                  <a:pt x="0" y="0"/>
                </a:moveTo>
                <a:lnTo>
                  <a:pt x="3947160" y="0"/>
                </a:lnTo>
                <a:lnTo>
                  <a:pt x="3947160" y="271272"/>
                </a:lnTo>
                <a:lnTo>
                  <a:pt x="0" y="271272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318545" y="4253484"/>
            <a:ext cx="8427720" cy="316992"/>
          </a:xfrm>
          <a:custGeom>
            <a:avLst/>
            <a:gdLst/>
            <a:ahLst/>
            <a:cxnLst/>
            <a:rect r="r" b="b" t="t" l="l"/>
            <a:pathLst>
              <a:path h="316992" w="8427720">
                <a:moveTo>
                  <a:pt x="0" y="0"/>
                </a:moveTo>
                <a:lnTo>
                  <a:pt x="8427720" y="0"/>
                </a:lnTo>
                <a:lnTo>
                  <a:pt x="8427720" y="316992"/>
                </a:lnTo>
                <a:lnTo>
                  <a:pt x="0" y="316992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365760" y="17316"/>
            <a:ext cx="2614651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Docker &amp; Deployment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59425" y="528704"/>
            <a:ext cx="29280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65760" y="671427"/>
            <a:ext cx="3261751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Multi-stagebuilds | docker-compose.yml | hospital-network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03860" y="1268235"/>
            <a:ext cx="2538451" cy="1206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27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activity-log-service</a:t>
            </a:r>
          </a:p>
          <a:p>
            <a:pPr algn="just">
              <a:lnSpc>
                <a:spcPts val="1627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patient-service </a:t>
            </a:r>
          </a:p>
          <a:p>
            <a:pPr algn="just">
              <a:lnSpc>
                <a:spcPts val="1627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appointment-service </a:t>
            </a:r>
          </a:p>
          <a:p>
            <a:pPr algn="just">
              <a:lnSpc>
                <a:spcPts val="1627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doctor-service</a:t>
            </a:r>
          </a:p>
          <a:p>
            <a:pPr algn="just">
              <a:lnSpc>
                <a:spcPts val="1627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frontend</a:t>
            </a:r>
          </a:p>
          <a:p>
            <a:pPr algn="just">
              <a:lnSpc>
                <a:spcPts val="1627"/>
              </a:lnSpc>
            </a:pPr>
          </a:p>
        </p:txBody>
      </p:sp>
      <p:sp>
        <p:nvSpPr>
          <p:cNvPr name="TextBox 50" id="50"/>
          <p:cNvSpPr txBox="true"/>
          <p:nvPr/>
        </p:nvSpPr>
        <p:spPr>
          <a:xfrm rot="0">
            <a:off x="1502407" y="1082354"/>
            <a:ext cx="478517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Container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70713" y="3797894"/>
            <a:ext cx="1295933" cy="143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b="true" sz="800" spc="2">
                <a:solidFill>
                  <a:srgbClr val="1565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Startup order via depends_on: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817968" y="3816392"/>
            <a:ext cx="2413037" cy="129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"/>
              </a:lnSpc>
            </a:pPr>
            <a:r>
              <a:rPr lang="en-US" sz="700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activity-log-service → patient + doctor → appointment → frontend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390900" y="4776473"/>
            <a:ext cx="77724" cy="16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>
                <a:solidFill>
                  <a:srgbClr val="A8D8EA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$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479483" y="1082354"/>
            <a:ext cx="456667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Host Port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3145245" y="1249680"/>
            <a:ext cx="964530" cy="1006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27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:</a:t>
            </a:r>
            <a:r>
              <a:rPr lang="en-US" sz="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8085</a:t>
            </a:r>
          </a:p>
          <a:p>
            <a:pPr algn="just">
              <a:lnSpc>
                <a:spcPts val="1627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:</a:t>
            </a:r>
            <a:r>
              <a:rPr lang="en-US" sz="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8081</a:t>
            </a:r>
          </a:p>
          <a:p>
            <a:pPr algn="just">
              <a:lnSpc>
                <a:spcPts val="1627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:</a:t>
            </a:r>
            <a:r>
              <a:rPr lang="en-US" sz="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8082</a:t>
            </a:r>
          </a:p>
          <a:p>
            <a:pPr algn="just">
              <a:lnSpc>
                <a:spcPts val="1627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:8083 / :8084 </a:t>
            </a:r>
          </a:p>
          <a:p>
            <a:pPr algn="just">
              <a:lnSpc>
                <a:spcPts val="1627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:</a:t>
            </a:r>
            <a:r>
              <a:rPr lang="en-US" sz="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3000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628859" y="4810058"/>
            <a:ext cx="117405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11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572000" y="1090508"/>
            <a:ext cx="1804559" cy="21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1">
                <a:solidFill>
                  <a:srgbClr val="1A23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Multi-Stage Dockerfile Pattern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700016" y="1545184"/>
            <a:ext cx="2924642" cy="156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08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# Stage 1 —Build</a:t>
            </a:r>
          </a:p>
          <a:p>
            <a:pPr algn="just">
              <a:lnSpc>
                <a:spcPts val="1008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FROM maven:3.9.5-eclipse-temurin-11 AS build WORKDIR /app</a:t>
            </a:r>
          </a:p>
          <a:p>
            <a:pPr algn="just">
              <a:lnSpc>
                <a:spcPts val="1008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COPY pom.xml .</a:t>
            </a:r>
          </a:p>
          <a:p>
            <a:pPr algn="just">
              <a:lnSpc>
                <a:spcPts val="1008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COPY src ./src</a:t>
            </a:r>
          </a:p>
          <a:p>
            <a:pPr algn="just">
              <a:lnSpc>
                <a:spcPts val="1008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RUN mvn clean package -DskipTests</a:t>
            </a:r>
          </a:p>
          <a:p>
            <a:pPr algn="just" rtl="true">
              <a:lnSpc>
                <a:spcPts val="1008"/>
              </a:lnSpc>
            </a:pPr>
          </a:p>
          <a:p>
            <a:pPr algn="just">
              <a:lnSpc>
                <a:spcPts val="1055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# Stage 2 —Runtime (slim image)</a:t>
            </a:r>
          </a:p>
          <a:p>
            <a:pPr algn="just">
              <a:lnSpc>
                <a:spcPts val="1055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FROM eclipse-temurin:11-jre</a:t>
            </a:r>
          </a:p>
          <a:p>
            <a:pPr algn="just">
              <a:lnSpc>
                <a:spcPts val="960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COPY --from=build /app/target/*.jar app.jar</a:t>
            </a:r>
          </a:p>
          <a:p>
            <a:pPr algn="just">
              <a:lnSpc>
                <a:spcPts val="1248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EXPOSE 8085</a:t>
            </a:r>
          </a:p>
          <a:p>
            <a:pPr algn="just">
              <a:lnSpc>
                <a:spcPts val="767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ENTRYPOINT ["java", "-jar", "app.jar"]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546348" y="4317797"/>
            <a:ext cx="2176272" cy="16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>
                <a:solidFill>
                  <a:srgbClr val="A8D8EA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docker-compose up --build -d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5141976"/>
            <a:chOff x="0" y="0"/>
            <a:chExt cx="38100000" cy="21424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00000" cy="21424900"/>
            </a:xfrm>
            <a:custGeom>
              <a:avLst/>
              <a:gdLst/>
              <a:ahLst/>
              <a:cxnLst/>
              <a:rect r="r" b="b" t="t" l="l"/>
              <a:pathLst>
                <a:path h="21424900" w="38100000">
                  <a:moveTo>
                    <a:pt x="38100000" y="0"/>
                  </a:moveTo>
                  <a:lnTo>
                    <a:pt x="38100000" y="21424900"/>
                  </a:lnTo>
                  <a:lnTo>
                    <a:pt x="0" y="21424900"/>
                  </a:lnTo>
                  <a:lnTo>
                    <a:pt x="0" y="0"/>
                  </a:lnTo>
                  <a:lnTo>
                    <a:pt x="381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762"/>
            <a:ext cx="9144000" cy="5145024"/>
            <a:chOff x="0" y="0"/>
            <a:chExt cx="38100000" cy="21431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100000" cy="21431250"/>
            </a:xfrm>
            <a:custGeom>
              <a:avLst/>
              <a:gdLst/>
              <a:ahLst/>
              <a:cxnLst/>
              <a:rect r="r" b="b" t="t" l="l"/>
              <a:pathLst>
                <a:path h="21431250" w="38100000">
                  <a:moveTo>
                    <a:pt x="38100000" y="0"/>
                  </a:moveTo>
                  <a:lnTo>
                    <a:pt x="38100000" y="21431250"/>
                  </a:lnTo>
                  <a:lnTo>
                    <a:pt x="0" y="21431250"/>
                  </a:lnTo>
                  <a:lnTo>
                    <a:pt x="0" y="0"/>
                  </a:lnTo>
                  <a:lnTo>
                    <a:pt x="381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7620" y="-7620"/>
            <a:ext cx="9159240" cy="518160"/>
          </a:xfrm>
          <a:custGeom>
            <a:avLst/>
            <a:gdLst/>
            <a:ahLst/>
            <a:cxnLst/>
            <a:rect r="r" b="b" t="t" l="l"/>
            <a:pathLst>
              <a:path h="518160" w="9159240">
                <a:moveTo>
                  <a:pt x="0" y="0"/>
                </a:moveTo>
                <a:lnTo>
                  <a:pt x="9159240" y="0"/>
                </a:lnTo>
                <a:lnTo>
                  <a:pt x="9159240" y="518160"/>
                </a:lnTo>
                <a:lnTo>
                  <a:pt x="0" y="5181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96300" y="4792980"/>
            <a:ext cx="381000" cy="243840"/>
          </a:xfrm>
          <a:custGeom>
            <a:avLst/>
            <a:gdLst/>
            <a:ahLst/>
            <a:cxnLst/>
            <a:rect r="r" b="b" t="t" l="l"/>
            <a:pathLst>
              <a:path h="243840" w="381000">
                <a:moveTo>
                  <a:pt x="0" y="0"/>
                </a:moveTo>
                <a:lnTo>
                  <a:pt x="381000" y="0"/>
                </a:lnTo>
                <a:lnTo>
                  <a:pt x="381000" y="243840"/>
                </a:lnTo>
                <a:lnTo>
                  <a:pt x="0" y="2438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8140" y="1071372"/>
            <a:ext cx="5227320" cy="2941320"/>
          </a:xfrm>
          <a:custGeom>
            <a:avLst/>
            <a:gdLst/>
            <a:ahLst/>
            <a:cxnLst/>
            <a:rect r="r" b="b" t="t" l="l"/>
            <a:pathLst>
              <a:path h="2941320" w="5227320">
                <a:moveTo>
                  <a:pt x="0" y="0"/>
                </a:moveTo>
                <a:lnTo>
                  <a:pt x="5227320" y="0"/>
                </a:lnTo>
                <a:lnTo>
                  <a:pt x="5227320" y="2941320"/>
                </a:lnTo>
                <a:lnTo>
                  <a:pt x="0" y="29413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58140" y="1071372"/>
            <a:ext cx="70104" cy="2941320"/>
          </a:xfrm>
          <a:custGeom>
            <a:avLst/>
            <a:gdLst/>
            <a:ahLst/>
            <a:cxnLst/>
            <a:rect r="r" b="b" t="t" l="l"/>
            <a:pathLst>
              <a:path h="2941320" w="70104">
                <a:moveTo>
                  <a:pt x="0" y="0"/>
                </a:moveTo>
                <a:lnTo>
                  <a:pt x="70104" y="0"/>
                </a:lnTo>
                <a:lnTo>
                  <a:pt x="70104" y="2941320"/>
                </a:lnTo>
                <a:lnTo>
                  <a:pt x="0" y="29413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760720" y="1078992"/>
            <a:ext cx="1280160" cy="213360"/>
            <a:chOff x="24003000" y="4495800"/>
            <a:chExt cx="5334000" cy="88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334000" cy="889000"/>
            </a:xfrm>
            <a:custGeom>
              <a:avLst/>
              <a:gdLst/>
              <a:ahLst/>
              <a:cxnLst/>
              <a:rect r="r" b="b" t="t" l="l"/>
              <a:pathLst>
                <a:path h="889000" w="5334000">
                  <a:moveTo>
                    <a:pt x="5334000" y="0"/>
                  </a:moveTo>
                  <a:lnTo>
                    <a:pt x="5334000" y="889000"/>
                  </a:lnTo>
                  <a:lnTo>
                    <a:pt x="0" y="889000"/>
                  </a:lnTo>
                  <a:lnTo>
                    <a:pt x="0" y="0"/>
                  </a:lnTo>
                  <a:lnTo>
                    <a:pt x="5334000" y="0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040880" y="1078992"/>
            <a:ext cx="1097280" cy="213360"/>
            <a:chOff x="29337000" y="4495800"/>
            <a:chExt cx="4572000" cy="889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72000" cy="889000"/>
            </a:xfrm>
            <a:custGeom>
              <a:avLst/>
              <a:gdLst/>
              <a:ahLst/>
              <a:cxnLst/>
              <a:rect r="r" b="b" t="t" l="l"/>
              <a:pathLst>
                <a:path h="889000" w="4572000">
                  <a:moveTo>
                    <a:pt x="4572000" y="0"/>
                  </a:moveTo>
                  <a:lnTo>
                    <a:pt x="4572000" y="889000"/>
                  </a:lnTo>
                  <a:lnTo>
                    <a:pt x="0" y="889000"/>
                  </a:lnTo>
                  <a:lnTo>
                    <a:pt x="0" y="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138160" y="1078992"/>
            <a:ext cx="640080" cy="213360"/>
            <a:chOff x="33909000" y="4495800"/>
            <a:chExt cx="2667000" cy="889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67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667000">
                  <a:moveTo>
                    <a:pt x="2667000" y="0"/>
                  </a:moveTo>
                  <a:lnTo>
                    <a:pt x="2667000" y="889000"/>
                  </a:lnTo>
                  <a:lnTo>
                    <a:pt x="0" y="889000"/>
                  </a:lnTo>
                  <a:lnTo>
                    <a:pt x="0" y="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760720" y="1291590"/>
            <a:ext cx="1280160" cy="207264"/>
            <a:chOff x="24003000" y="5384800"/>
            <a:chExt cx="5334000" cy="8572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34000" cy="857250"/>
            </a:xfrm>
            <a:custGeom>
              <a:avLst/>
              <a:gdLst/>
              <a:ahLst/>
              <a:cxnLst/>
              <a:rect r="r" b="b" t="t" l="l"/>
              <a:pathLst>
                <a:path h="857250" w="5334000">
                  <a:moveTo>
                    <a:pt x="5334000" y="0"/>
                  </a:moveTo>
                  <a:lnTo>
                    <a:pt x="5334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5334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040880" y="1291590"/>
            <a:ext cx="1097280" cy="207264"/>
            <a:chOff x="29337000" y="5384800"/>
            <a:chExt cx="4572000" cy="8572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72000" cy="857250"/>
            </a:xfrm>
            <a:custGeom>
              <a:avLst/>
              <a:gdLst/>
              <a:ahLst/>
              <a:cxnLst/>
              <a:rect r="r" b="b" t="t" l="l"/>
              <a:pathLst>
                <a:path h="857250" w="4572000">
                  <a:moveTo>
                    <a:pt x="4572000" y="0"/>
                  </a:moveTo>
                  <a:lnTo>
                    <a:pt x="4572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138160" y="1291590"/>
            <a:ext cx="640080" cy="207264"/>
            <a:chOff x="33909000" y="5384800"/>
            <a:chExt cx="2667000" cy="857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67000" cy="857250"/>
            </a:xfrm>
            <a:custGeom>
              <a:avLst/>
              <a:gdLst/>
              <a:ahLst/>
              <a:cxnLst/>
              <a:rect r="r" b="b" t="t" l="l"/>
              <a:pathLst>
                <a:path h="857250" w="2667000">
                  <a:moveTo>
                    <a:pt x="2667000" y="0"/>
                  </a:moveTo>
                  <a:lnTo>
                    <a:pt x="2667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760720" y="1497330"/>
            <a:ext cx="1280160" cy="207264"/>
            <a:chOff x="24003000" y="6242050"/>
            <a:chExt cx="5334000" cy="8572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34000" cy="857250"/>
            </a:xfrm>
            <a:custGeom>
              <a:avLst/>
              <a:gdLst/>
              <a:ahLst/>
              <a:cxnLst/>
              <a:rect r="r" b="b" t="t" l="l"/>
              <a:pathLst>
                <a:path h="857250" w="5334000">
                  <a:moveTo>
                    <a:pt x="5334000" y="0"/>
                  </a:moveTo>
                  <a:lnTo>
                    <a:pt x="5334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5334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040880" y="1497330"/>
            <a:ext cx="1097280" cy="207264"/>
            <a:chOff x="29337000" y="6242050"/>
            <a:chExt cx="4572000" cy="8572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572000" cy="857250"/>
            </a:xfrm>
            <a:custGeom>
              <a:avLst/>
              <a:gdLst/>
              <a:ahLst/>
              <a:cxnLst/>
              <a:rect r="r" b="b" t="t" l="l"/>
              <a:pathLst>
                <a:path h="857250" w="4572000">
                  <a:moveTo>
                    <a:pt x="4572000" y="0"/>
                  </a:moveTo>
                  <a:lnTo>
                    <a:pt x="4572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138160" y="1497330"/>
            <a:ext cx="640080" cy="207264"/>
            <a:chOff x="33909000" y="6242050"/>
            <a:chExt cx="2667000" cy="857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67000" cy="857250"/>
            </a:xfrm>
            <a:custGeom>
              <a:avLst/>
              <a:gdLst/>
              <a:ahLst/>
              <a:cxnLst/>
              <a:rect r="r" b="b" t="t" l="l"/>
              <a:pathLst>
                <a:path h="857250" w="2667000">
                  <a:moveTo>
                    <a:pt x="2667000" y="0"/>
                  </a:moveTo>
                  <a:lnTo>
                    <a:pt x="2667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760720" y="1703832"/>
            <a:ext cx="1280160" cy="335280"/>
            <a:chOff x="24003000" y="7099300"/>
            <a:chExt cx="5334000" cy="1397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34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5334000">
                  <a:moveTo>
                    <a:pt x="5334000" y="0"/>
                  </a:moveTo>
                  <a:lnTo>
                    <a:pt x="5334000" y="1397000"/>
                  </a:lnTo>
                  <a:lnTo>
                    <a:pt x="0" y="1397000"/>
                  </a:lnTo>
                  <a:lnTo>
                    <a:pt x="0" y="0"/>
                  </a:lnTo>
                  <a:lnTo>
                    <a:pt x="5334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040880" y="1703832"/>
            <a:ext cx="1097280" cy="335280"/>
            <a:chOff x="29337000" y="7099300"/>
            <a:chExt cx="4572000" cy="1397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72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572000">
                  <a:moveTo>
                    <a:pt x="4572000" y="0"/>
                  </a:moveTo>
                  <a:lnTo>
                    <a:pt x="4572000" y="1397000"/>
                  </a:lnTo>
                  <a:lnTo>
                    <a:pt x="0" y="1397000"/>
                  </a:lnTo>
                  <a:lnTo>
                    <a:pt x="0" y="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138160" y="1703832"/>
            <a:ext cx="640080" cy="335280"/>
            <a:chOff x="33909000" y="7099300"/>
            <a:chExt cx="2667000" cy="1397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66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667000">
                  <a:moveTo>
                    <a:pt x="2667000" y="0"/>
                  </a:moveTo>
                  <a:lnTo>
                    <a:pt x="2667000" y="1397000"/>
                  </a:lnTo>
                  <a:lnTo>
                    <a:pt x="0" y="1397000"/>
                  </a:lnTo>
                  <a:lnTo>
                    <a:pt x="0" y="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760720" y="2039112"/>
            <a:ext cx="1280160" cy="335280"/>
            <a:chOff x="24003000" y="8496300"/>
            <a:chExt cx="5334000" cy="1397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34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5334000">
                  <a:moveTo>
                    <a:pt x="5334000" y="0"/>
                  </a:moveTo>
                  <a:lnTo>
                    <a:pt x="5334000" y="1397000"/>
                  </a:lnTo>
                  <a:lnTo>
                    <a:pt x="0" y="1397000"/>
                  </a:lnTo>
                  <a:lnTo>
                    <a:pt x="0" y="0"/>
                  </a:lnTo>
                  <a:lnTo>
                    <a:pt x="5334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040880" y="2039112"/>
            <a:ext cx="1097280" cy="335280"/>
            <a:chOff x="29337000" y="8496300"/>
            <a:chExt cx="4572000" cy="1397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572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572000">
                  <a:moveTo>
                    <a:pt x="4572000" y="0"/>
                  </a:moveTo>
                  <a:lnTo>
                    <a:pt x="4572000" y="1397000"/>
                  </a:lnTo>
                  <a:lnTo>
                    <a:pt x="0" y="1397000"/>
                  </a:lnTo>
                  <a:lnTo>
                    <a:pt x="0" y="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138160" y="2039112"/>
            <a:ext cx="640080" cy="335280"/>
            <a:chOff x="33909000" y="8496300"/>
            <a:chExt cx="2667000" cy="1397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66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2667000">
                  <a:moveTo>
                    <a:pt x="2667000" y="0"/>
                  </a:moveTo>
                  <a:lnTo>
                    <a:pt x="2667000" y="1397000"/>
                  </a:lnTo>
                  <a:lnTo>
                    <a:pt x="0" y="1397000"/>
                  </a:lnTo>
                  <a:lnTo>
                    <a:pt x="0" y="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760720" y="2373630"/>
            <a:ext cx="1280160" cy="207264"/>
            <a:chOff x="24003000" y="9893300"/>
            <a:chExt cx="5334000" cy="8572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34000" cy="857250"/>
            </a:xfrm>
            <a:custGeom>
              <a:avLst/>
              <a:gdLst/>
              <a:ahLst/>
              <a:cxnLst/>
              <a:rect r="r" b="b" t="t" l="l"/>
              <a:pathLst>
                <a:path h="857250" w="5334000">
                  <a:moveTo>
                    <a:pt x="5334000" y="0"/>
                  </a:moveTo>
                  <a:lnTo>
                    <a:pt x="5334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5334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040880" y="2373630"/>
            <a:ext cx="1097280" cy="207264"/>
            <a:chOff x="29337000" y="9893300"/>
            <a:chExt cx="4572000" cy="8572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572000" cy="857250"/>
            </a:xfrm>
            <a:custGeom>
              <a:avLst/>
              <a:gdLst/>
              <a:ahLst/>
              <a:cxnLst/>
              <a:rect r="r" b="b" t="t" l="l"/>
              <a:pathLst>
                <a:path h="857250" w="4572000">
                  <a:moveTo>
                    <a:pt x="4572000" y="0"/>
                  </a:moveTo>
                  <a:lnTo>
                    <a:pt x="4572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138160" y="2373630"/>
            <a:ext cx="640080" cy="207264"/>
            <a:chOff x="33909000" y="9893300"/>
            <a:chExt cx="2667000" cy="8572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667000" cy="857250"/>
            </a:xfrm>
            <a:custGeom>
              <a:avLst/>
              <a:gdLst/>
              <a:ahLst/>
              <a:cxnLst/>
              <a:rect r="r" b="b" t="t" l="l"/>
              <a:pathLst>
                <a:path h="857250" w="2667000">
                  <a:moveTo>
                    <a:pt x="2667000" y="0"/>
                  </a:moveTo>
                  <a:lnTo>
                    <a:pt x="2667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5760720" y="2579370"/>
            <a:ext cx="1280160" cy="207264"/>
            <a:chOff x="24003000" y="10750550"/>
            <a:chExt cx="5334000" cy="85725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334000" cy="857250"/>
            </a:xfrm>
            <a:custGeom>
              <a:avLst/>
              <a:gdLst/>
              <a:ahLst/>
              <a:cxnLst/>
              <a:rect r="r" b="b" t="t" l="l"/>
              <a:pathLst>
                <a:path h="857250" w="5334000">
                  <a:moveTo>
                    <a:pt x="5334000" y="0"/>
                  </a:moveTo>
                  <a:lnTo>
                    <a:pt x="5334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5334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040880" y="2579370"/>
            <a:ext cx="1097280" cy="207264"/>
            <a:chOff x="29337000" y="10750550"/>
            <a:chExt cx="4572000" cy="8572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572000" cy="857250"/>
            </a:xfrm>
            <a:custGeom>
              <a:avLst/>
              <a:gdLst/>
              <a:ahLst/>
              <a:cxnLst/>
              <a:rect r="r" b="b" t="t" l="l"/>
              <a:pathLst>
                <a:path h="857250" w="4572000">
                  <a:moveTo>
                    <a:pt x="4572000" y="0"/>
                  </a:moveTo>
                  <a:lnTo>
                    <a:pt x="4572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138160" y="2579370"/>
            <a:ext cx="640080" cy="207264"/>
            <a:chOff x="33909000" y="10750550"/>
            <a:chExt cx="2667000" cy="8572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667000" cy="857250"/>
            </a:xfrm>
            <a:custGeom>
              <a:avLst/>
              <a:gdLst/>
              <a:ahLst/>
              <a:cxnLst/>
              <a:rect r="r" b="b" t="t" l="l"/>
              <a:pathLst>
                <a:path h="857250" w="2667000">
                  <a:moveTo>
                    <a:pt x="2667000" y="0"/>
                  </a:moveTo>
                  <a:lnTo>
                    <a:pt x="2667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sp>
        <p:nvSpPr>
          <p:cNvPr name="Freeform 52" id="52"/>
          <p:cNvSpPr/>
          <p:nvPr/>
        </p:nvSpPr>
        <p:spPr>
          <a:xfrm flipH="false" flipV="false" rot="0">
            <a:off x="7036308" y="1071372"/>
            <a:ext cx="9525" cy="1722120"/>
          </a:xfrm>
          <a:custGeom>
            <a:avLst/>
            <a:gdLst/>
            <a:ahLst/>
            <a:cxnLst/>
            <a:rect r="r" b="b" t="t" l="l"/>
            <a:pathLst>
              <a:path h="1722120" w="9525">
                <a:moveTo>
                  <a:pt x="0" y="0"/>
                </a:moveTo>
                <a:lnTo>
                  <a:pt x="9525" y="0"/>
                </a:lnTo>
                <a:lnTo>
                  <a:pt x="9525" y="1722120"/>
                </a:lnTo>
                <a:lnTo>
                  <a:pt x="0" y="17221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8133588" y="1071372"/>
            <a:ext cx="9525" cy="1722120"/>
          </a:xfrm>
          <a:custGeom>
            <a:avLst/>
            <a:gdLst/>
            <a:ahLst/>
            <a:cxnLst/>
            <a:rect r="r" b="b" t="t" l="l"/>
            <a:pathLst>
              <a:path h="1722120" w="9525">
                <a:moveTo>
                  <a:pt x="0" y="0"/>
                </a:moveTo>
                <a:lnTo>
                  <a:pt x="9525" y="0"/>
                </a:lnTo>
                <a:lnTo>
                  <a:pt x="9525" y="1722120"/>
                </a:lnTo>
                <a:lnTo>
                  <a:pt x="0" y="17221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5753100" y="1287780"/>
            <a:ext cx="3032760" cy="9525"/>
          </a:xfrm>
          <a:custGeom>
            <a:avLst/>
            <a:gdLst/>
            <a:ahLst/>
            <a:cxnLst/>
            <a:rect r="r" b="b" t="t" l="l"/>
            <a:pathLst>
              <a:path h="9525" w="3032760">
                <a:moveTo>
                  <a:pt x="0" y="0"/>
                </a:moveTo>
                <a:lnTo>
                  <a:pt x="3032760" y="0"/>
                </a:lnTo>
                <a:lnTo>
                  <a:pt x="303276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5753100" y="1493520"/>
            <a:ext cx="3032760" cy="9525"/>
          </a:xfrm>
          <a:custGeom>
            <a:avLst/>
            <a:gdLst/>
            <a:ahLst/>
            <a:cxnLst/>
            <a:rect r="r" b="b" t="t" l="l"/>
            <a:pathLst>
              <a:path h="9525" w="3032760">
                <a:moveTo>
                  <a:pt x="0" y="0"/>
                </a:moveTo>
                <a:lnTo>
                  <a:pt x="3032760" y="0"/>
                </a:lnTo>
                <a:lnTo>
                  <a:pt x="303276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5753100" y="1699260"/>
            <a:ext cx="3032760" cy="9525"/>
          </a:xfrm>
          <a:custGeom>
            <a:avLst/>
            <a:gdLst/>
            <a:ahLst/>
            <a:cxnLst/>
            <a:rect r="r" b="b" t="t" l="l"/>
            <a:pathLst>
              <a:path h="9525" w="3032760">
                <a:moveTo>
                  <a:pt x="0" y="0"/>
                </a:moveTo>
                <a:lnTo>
                  <a:pt x="3032760" y="0"/>
                </a:lnTo>
                <a:lnTo>
                  <a:pt x="303276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5753100" y="2034540"/>
            <a:ext cx="3032760" cy="9525"/>
          </a:xfrm>
          <a:custGeom>
            <a:avLst/>
            <a:gdLst/>
            <a:ahLst/>
            <a:cxnLst/>
            <a:rect r="r" b="b" t="t" l="l"/>
            <a:pathLst>
              <a:path h="9525" w="3032760">
                <a:moveTo>
                  <a:pt x="0" y="0"/>
                </a:moveTo>
                <a:lnTo>
                  <a:pt x="3032760" y="0"/>
                </a:lnTo>
                <a:lnTo>
                  <a:pt x="303276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5753100" y="2369820"/>
            <a:ext cx="3032760" cy="9525"/>
          </a:xfrm>
          <a:custGeom>
            <a:avLst/>
            <a:gdLst/>
            <a:ahLst/>
            <a:cxnLst/>
            <a:rect r="r" b="b" t="t" l="l"/>
            <a:pathLst>
              <a:path h="9525" w="3032760">
                <a:moveTo>
                  <a:pt x="0" y="0"/>
                </a:moveTo>
                <a:lnTo>
                  <a:pt x="3032760" y="0"/>
                </a:lnTo>
                <a:lnTo>
                  <a:pt x="303276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5753100" y="2575560"/>
            <a:ext cx="3032760" cy="9525"/>
          </a:xfrm>
          <a:custGeom>
            <a:avLst/>
            <a:gdLst/>
            <a:ahLst/>
            <a:cxnLst/>
            <a:rect r="r" b="b" t="t" l="l"/>
            <a:pathLst>
              <a:path h="9525" w="3032760">
                <a:moveTo>
                  <a:pt x="0" y="0"/>
                </a:moveTo>
                <a:lnTo>
                  <a:pt x="3032760" y="0"/>
                </a:lnTo>
                <a:lnTo>
                  <a:pt x="303276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5756148" y="1071372"/>
            <a:ext cx="9525" cy="1722120"/>
          </a:xfrm>
          <a:custGeom>
            <a:avLst/>
            <a:gdLst/>
            <a:ahLst/>
            <a:cxnLst/>
            <a:rect r="r" b="b" t="t" l="l"/>
            <a:pathLst>
              <a:path h="1722120" w="9525">
                <a:moveTo>
                  <a:pt x="0" y="0"/>
                </a:moveTo>
                <a:lnTo>
                  <a:pt x="9525" y="0"/>
                </a:lnTo>
                <a:lnTo>
                  <a:pt x="9525" y="1722120"/>
                </a:lnTo>
                <a:lnTo>
                  <a:pt x="0" y="172212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8773668" y="1071372"/>
            <a:ext cx="9525" cy="1722120"/>
          </a:xfrm>
          <a:custGeom>
            <a:avLst/>
            <a:gdLst/>
            <a:ahLst/>
            <a:cxnLst/>
            <a:rect r="r" b="b" t="t" l="l"/>
            <a:pathLst>
              <a:path h="1722120" w="9525">
                <a:moveTo>
                  <a:pt x="0" y="0"/>
                </a:moveTo>
                <a:lnTo>
                  <a:pt x="9525" y="0"/>
                </a:lnTo>
                <a:lnTo>
                  <a:pt x="9525" y="1722120"/>
                </a:lnTo>
                <a:lnTo>
                  <a:pt x="0" y="172212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5753100" y="1074420"/>
            <a:ext cx="3032760" cy="9525"/>
          </a:xfrm>
          <a:custGeom>
            <a:avLst/>
            <a:gdLst/>
            <a:ahLst/>
            <a:cxnLst/>
            <a:rect r="r" b="b" t="t" l="l"/>
            <a:pathLst>
              <a:path h="9525" w="3032760">
                <a:moveTo>
                  <a:pt x="0" y="0"/>
                </a:moveTo>
                <a:lnTo>
                  <a:pt x="3032760" y="0"/>
                </a:lnTo>
                <a:lnTo>
                  <a:pt x="303276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5753100" y="2781300"/>
            <a:ext cx="3032760" cy="9525"/>
          </a:xfrm>
          <a:custGeom>
            <a:avLst/>
            <a:gdLst/>
            <a:ahLst/>
            <a:cxnLst/>
            <a:rect r="r" b="b" t="t" l="l"/>
            <a:pathLst>
              <a:path h="9525" w="3032760">
                <a:moveTo>
                  <a:pt x="0" y="0"/>
                </a:moveTo>
                <a:lnTo>
                  <a:pt x="3032760" y="0"/>
                </a:lnTo>
                <a:lnTo>
                  <a:pt x="303276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358140" y="4244340"/>
            <a:ext cx="8427720" cy="399288"/>
          </a:xfrm>
          <a:custGeom>
            <a:avLst/>
            <a:gdLst/>
            <a:ahLst/>
            <a:cxnLst/>
            <a:rect r="r" b="b" t="t" l="l"/>
            <a:pathLst>
              <a:path h="399288" w="8427720">
                <a:moveTo>
                  <a:pt x="0" y="0"/>
                </a:moveTo>
                <a:lnTo>
                  <a:pt x="8427720" y="0"/>
                </a:lnTo>
                <a:lnTo>
                  <a:pt x="8427720" y="399288"/>
                </a:lnTo>
                <a:lnTo>
                  <a:pt x="0" y="399288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5" id="65"/>
          <p:cNvSpPr txBox="true"/>
          <p:nvPr/>
        </p:nvSpPr>
        <p:spPr>
          <a:xfrm rot="0">
            <a:off x="365760" y="17316"/>
            <a:ext cx="3437820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Inter-Service Communication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662816" y="528704"/>
            <a:ext cx="29280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358140" y="651615"/>
            <a:ext cx="2011042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Async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Fire-and-Forget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Logging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Pattern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5836920" y="2335540"/>
            <a:ext cx="855063" cy="409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Doctor Service Doctor Service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230941" y="1082354"/>
            <a:ext cx="346862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Service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5836920" y="1253500"/>
            <a:ext cx="946747" cy="807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3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Patient Service Patient Service Appointment Service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5836920" y="2087709"/>
            <a:ext cx="946747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Appointment Service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7455379" y="1082354"/>
            <a:ext cx="273672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Event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7117080" y="1253500"/>
            <a:ext cx="985180" cy="1500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4"/>
              </a:lnSpc>
            </a:pPr>
            <a:r>
              <a:rPr lang="en-US" sz="933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Patient created Patient deleted Appointment </a:t>
            </a:r>
          </a:p>
          <a:p>
            <a:pPr algn="l">
              <a:lnSpc>
                <a:spcPts val="466"/>
              </a:lnSpc>
            </a:pPr>
            <a:r>
              <a:rPr lang="en-US" sz="933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cr</a:t>
            </a:r>
            <a:r>
              <a:rPr lang="en-US" sz="93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933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eat</a:t>
            </a:r>
            <a:r>
              <a:rPr lang="en-US" sz="93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933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ed</a:t>
            </a:r>
          </a:p>
          <a:p>
            <a:pPr algn="l">
              <a:lnSpc>
                <a:spcPts val="2333"/>
              </a:lnSpc>
            </a:pPr>
            <a:r>
              <a:rPr lang="en-US" sz="933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Appointment </a:t>
            </a:r>
          </a:p>
          <a:p>
            <a:pPr algn="l">
              <a:lnSpc>
                <a:spcPts val="466"/>
              </a:lnSpc>
            </a:pPr>
            <a:r>
              <a:rPr lang="en-US" sz="933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del</a:t>
            </a:r>
            <a:r>
              <a:rPr lang="en-US" sz="93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933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et</a:t>
            </a:r>
            <a:r>
              <a:rPr lang="en-US" sz="93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933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ed</a:t>
            </a:r>
          </a:p>
          <a:p>
            <a:pPr algn="l">
              <a:lnSpc>
                <a:spcPts val="2333"/>
              </a:lnSpc>
            </a:pPr>
            <a:r>
              <a:rPr lang="en-US" sz="933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Doctor added</a:t>
            </a:r>
          </a:p>
          <a:p>
            <a:pPr algn="l">
              <a:lnSpc>
                <a:spcPts val="1001"/>
              </a:lnSpc>
            </a:pPr>
            <a:r>
              <a:rPr lang="en-US" sz="933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Doctor deleted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8209788" y="2099967"/>
            <a:ext cx="295532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WARN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8214360" y="2335540"/>
            <a:ext cx="295532" cy="418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INFO WARN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8335966" y="1082354"/>
            <a:ext cx="248888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Level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8214360" y="1253500"/>
            <a:ext cx="295532" cy="625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3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INFO WARN INFO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8628859" y="4810058"/>
            <a:ext cx="117405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12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493776" y="1206856"/>
            <a:ext cx="3920223" cy="272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// Same pattern in ALL 3 business services</a:t>
            </a:r>
          </a:p>
          <a:p>
            <a:pPr algn="l">
              <a:lnSpc>
                <a:spcPts val="1008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private static void sendLog(String message, String level) {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754123" y="1443838"/>
            <a:ext cx="335490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try {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014479" y="1568806"/>
            <a:ext cx="1862318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String body = String.format(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274826" y="1706347"/>
            <a:ext cx="3189999" cy="294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4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"{"service":"...","message":"%s","level":"%s"}", message, level);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014479" y="1961998"/>
            <a:ext cx="2791701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HttpRequest req = HttpRequest.newBuilder()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274826" y="2118589"/>
            <a:ext cx="3787464" cy="38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1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.uri(URI.create(LOG_URL))</a:t>
            </a:r>
          </a:p>
          <a:p>
            <a:pPr algn="l">
              <a:lnSpc>
                <a:spcPts val="991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.header("Content-Type", "application/json") .POST(HttpRequest.BodyPublishers.ofString(body)).build();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014479" y="2630272"/>
            <a:ext cx="4252150" cy="272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// NON-BLOCKING —does not wait for response httpClient.sendAsync(req, HttpResponse.BodyHandlers.ofString());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754123" y="2992222"/>
            <a:ext cx="3986613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} catch (Exception ignored) {} // Never crashes main service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493776" y="3132430"/>
            <a:ext cx="69952" cy="1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2208209" y="4318340"/>
            <a:ext cx="4821917" cy="21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If the Activity Log Service goes down —the other services keep running normally.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5141976"/>
            <a:chOff x="0" y="0"/>
            <a:chExt cx="38100000" cy="21424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00000" cy="21424900"/>
            </a:xfrm>
            <a:custGeom>
              <a:avLst/>
              <a:gdLst/>
              <a:ahLst/>
              <a:cxnLst/>
              <a:rect r="r" b="b" t="t" l="l"/>
              <a:pathLst>
                <a:path h="21424900" w="38100000">
                  <a:moveTo>
                    <a:pt x="38100000" y="0"/>
                  </a:moveTo>
                  <a:lnTo>
                    <a:pt x="38100000" y="21424900"/>
                  </a:lnTo>
                  <a:lnTo>
                    <a:pt x="0" y="21424900"/>
                  </a:lnTo>
                  <a:lnTo>
                    <a:pt x="0" y="0"/>
                  </a:lnTo>
                  <a:lnTo>
                    <a:pt x="381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762"/>
            <a:ext cx="9144000" cy="5145024"/>
            <a:chOff x="0" y="0"/>
            <a:chExt cx="38100000" cy="21431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100000" cy="21431250"/>
            </a:xfrm>
            <a:custGeom>
              <a:avLst/>
              <a:gdLst/>
              <a:ahLst/>
              <a:cxnLst/>
              <a:rect r="r" b="b" t="t" l="l"/>
              <a:pathLst>
                <a:path h="21431250" w="38100000">
                  <a:moveTo>
                    <a:pt x="38100000" y="0"/>
                  </a:moveTo>
                  <a:lnTo>
                    <a:pt x="38100000" y="21431250"/>
                  </a:lnTo>
                  <a:lnTo>
                    <a:pt x="0" y="21431250"/>
                  </a:lnTo>
                  <a:lnTo>
                    <a:pt x="0" y="0"/>
                  </a:lnTo>
                  <a:lnTo>
                    <a:pt x="381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7620" y="-7620"/>
            <a:ext cx="9159240" cy="518160"/>
          </a:xfrm>
          <a:custGeom>
            <a:avLst/>
            <a:gdLst/>
            <a:ahLst/>
            <a:cxnLst/>
            <a:rect r="r" b="b" t="t" l="l"/>
            <a:pathLst>
              <a:path h="518160" w="9159240">
                <a:moveTo>
                  <a:pt x="0" y="0"/>
                </a:moveTo>
                <a:lnTo>
                  <a:pt x="9159240" y="0"/>
                </a:lnTo>
                <a:lnTo>
                  <a:pt x="9159240" y="518160"/>
                </a:lnTo>
                <a:lnTo>
                  <a:pt x="0" y="5181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96300" y="4792980"/>
            <a:ext cx="381000" cy="243840"/>
          </a:xfrm>
          <a:custGeom>
            <a:avLst/>
            <a:gdLst/>
            <a:ahLst/>
            <a:cxnLst/>
            <a:rect r="r" b="b" t="t" l="l"/>
            <a:pathLst>
              <a:path h="243840" w="381000">
                <a:moveTo>
                  <a:pt x="0" y="0"/>
                </a:moveTo>
                <a:lnTo>
                  <a:pt x="381000" y="0"/>
                </a:lnTo>
                <a:lnTo>
                  <a:pt x="381000" y="243840"/>
                </a:lnTo>
                <a:lnTo>
                  <a:pt x="0" y="2438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2044" y="1065276"/>
            <a:ext cx="8439912" cy="429768"/>
          </a:xfrm>
          <a:custGeom>
            <a:avLst/>
            <a:gdLst/>
            <a:ahLst/>
            <a:cxnLst/>
            <a:rect r="r" b="b" t="t" l="l"/>
            <a:pathLst>
              <a:path h="429768" w="8439912">
                <a:moveTo>
                  <a:pt x="0" y="0"/>
                </a:moveTo>
                <a:lnTo>
                  <a:pt x="8439912" y="0"/>
                </a:lnTo>
                <a:lnTo>
                  <a:pt x="8439912" y="429768"/>
                </a:lnTo>
                <a:lnTo>
                  <a:pt x="0" y="4297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65760" y="1609344"/>
            <a:ext cx="1645920" cy="213360"/>
            <a:chOff x="1524000" y="6705600"/>
            <a:chExt cx="6858000" cy="889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58000" cy="889000"/>
            </a:xfrm>
            <a:custGeom>
              <a:avLst/>
              <a:gdLst/>
              <a:ahLst/>
              <a:cxnLst/>
              <a:rect r="r" b="b" t="t" l="l"/>
              <a:pathLst>
                <a:path h="889000" w="6858000">
                  <a:moveTo>
                    <a:pt x="6858000" y="0"/>
                  </a:moveTo>
                  <a:lnTo>
                    <a:pt x="6858000" y="889000"/>
                  </a:lnTo>
                  <a:lnTo>
                    <a:pt x="0" y="889000"/>
                  </a:lnTo>
                  <a:lnTo>
                    <a:pt x="0" y="0"/>
                  </a:lnTo>
                  <a:lnTo>
                    <a:pt x="6858000" y="0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011680" y="1609344"/>
            <a:ext cx="3474720" cy="213360"/>
            <a:chOff x="8382000" y="6705600"/>
            <a:chExt cx="14478000" cy="88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78000" cy="889000"/>
            </a:xfrm>
            <a:custGeom>
              <a:avLst/>
              <a:gdLst/>
              <a:ahLst/>
              <a:cxnLst/>
              <a:rect r="r" b="b" t="t" l="l"/>
              <a:pathLst>
                <a:path h="889000" w="14478000">
                  <a:moveTo>
                    <a:pt x="14478000" y="0"/>
                  </a:moveTo>
                  <a:lnTo>
                    <a:pt x="14478000" y="889000"/>
                  </a:lnTo>
                  <a:lnTo>
                    <a:pt x="0" y="889000"/>
                  </a:lnTo>
                  <a:lnTo>
                    <a:pt x="0" y="0"/>
                  </a:lnTo>
                  <a:lnTo>
                    <a:pt x="14478000" y="0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486400" y="1609344"/>
            <a:ext cx="3291840" cy="213360"/>
            <a:chOff x="22860000" y="6705600"/>
            <a:chExt cx="13716000" cy="889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716000" cy="889000"/>
            </a:xfrm>
            <a:custGeom>
              <a:avLst/>
              <a:gdLst/>
              <a:ahLst/>
              <a:cxnLst/>
              <a:rect r="r" b="b" t="t" l="l"/>
              <a:pathLst>
                <a:path h="889000" w="13716000">
                  <a:moveTo>
                    <a:pt x="13716000" y="0"/>
                  </a:moveTo>
                  <a:lnTo>
                    <a:pt x="13716000" y="889000"/>
                  </a:lnTo>
                  <a:lnTo>
                    <a:pt x="0" y="889000"/>
                  </a:lnTo>
                  <a:lnTo>
                    <a:pt x="0" y="0"/>
                  </a:lnTo>
                  <a:lnTo>
                    <a:pt x="13716000" y="0"/>
                  </a:lnTo>
                  <a:close/>
                </a:path>
              </a:pathLst>
            </a:custGeom>
            <a:solidFill>
              <a:srgbClr val="1565C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65760" y="1821942"/>
            <a:ext cx="1645920" cy="207264"/>
            <a:chOff x="1524000" y="7594600"/>
            <a:chExt cx="6858000" cy="857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58000" cy="857250"/>
            </a:xfrm>
            <a:custGeom>
              <a:avLst/>
              <a:gdLst/>
              <a:ahLst/>
              <a:cxnLst/>
              <a:rect r="r" b="b" t="t" l="l"/>
              <a:pathLst>
                <a:path h="857250" w="6858000">
                  <a:moveTo>
                    <a:pt x="6858000" y="0"/>
                  </a:moveTo>
                  <a:lnTo>
                    <a:pt x="6858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6858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011680" y="1821942"/>
            <a:ext cx="3474720" cy="207264"/>
            <a:chOff x="8382000" y="7594600"/>
            <a:chExt cx="14478000" cy="8572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478000" cy="857250"/>
            </a:xfrm>
            <a:custGeom>
              <a:avLst/>
              <a:gdLst/>
              <a:ahLst/>
              <a:cxnLst/>
              <a:rect r="r" b="b" t="t" l="l"/>
              <a:pathLst>
                <a:path h="857250" w="14478000">
                  <a:moveTo>
                    <a:pt x="14478000" y="0"/>
                  </a:moveTo>
                  <a:lnTo>
                    <a:pt x="14478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14478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486400" y="1821942"/>
            <a:ext cx="3291840" cy="207264"/>
            <a:chOff x="22860000" y="7594600"/>
            <a:chExt cx="13716000" cy="8572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716000" cy="857250"/>
            </a:xfrm>
            <a:custGeom>
              <a:avLst/>
              <a:gdLst/>
              <a:ahLst/>
              <a:cxnLst/>
              <a:rect r="r" b="b" t="t" l="l"/>
              <a:pathLst>
                <a:path h="857250" w="13716000">
                  <a:moveTo>
                    <a:pt x="13716000" y="0"/>
                  </a:moveTo>
                  <a:lnTo>
                    <a:pt x="13716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13716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65760" y="2027682"/>
            <a:ext cx="1645920" cy="207264"/>
            <a:chOff x="1524000" y="8451850"/>
            <a:chExt cx="6858000" cy="8572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58000" cy="857250"/>
            </a:xfrm>
            <a:custGeom>
              <a:avLst/>
              <a:gdLst/>
              <a:ahLst/>
              <a:cxnLst/>
              <a:rect r="r" b="b" t="t" l="l"/>
              <a:pathLst>
                <a:path h="857250" w="6858000">
                  <a:moveTo>
                    <a:pt x="6858000" y="0"/>
                  </a:moveTo>
                  <a:lnTo>
                    <a:pt x="6858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6858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011680" y="2027682"/>
            <a:ext cx="3474720" cy="207264"/>
            <a:chOff x="8382000" y="8451850"/>
            <a:chExt cx="14478000" cy="857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478000" cy="857250"/>
            </a:xfrm>
            <a:custGeom>
              <a:avLst/>
              <a:gdLst/>
              <a:ahLst/>
              <a:cxnLst/>
              <a:rect r="r" b="b" t="t" l="l"/>
              <a:pathLst>
                <a:path h="857250" w="14478000">
                  <a:moveTo>
                    <a:pt x="14478000" y="0"/>
                  </a:moveTo>
                  <a:lnTo>
                    <a:pt x="14478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14478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486400" y="2027682"/>
            <a:ext cx="3291840" cy="207264"/>
            <a:chOff x="22860000" y="8451850"/>
            <a:chExt cx="13716000" cy="8572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716000" cy="857250"/>
            </a:xfrm>
            <a:custGeom>
              <a:avLst/>
              <a:gdLst/>
              <a:ahLst/>
              <a:cxnLst/>
              <a:rect r="r" b="b" t="t" l="l"/>
              <a:pathLst>
                <a:path h="857250" w="13716000">
                  <a:moveTo>
                    <a:pt x="13716000" y="0"/>
                  </a:moveTo>
                  <a:lnTo>
                    <a:pt x="13716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13716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65760" y="2233422"/>
            <a:ext cx="1645920" cy="207264"/>
            <a:chOff x="1524000" y="9309100"/>
            <a:chExt cx="6858000" cy="8572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58000" cy="857250"/>
            </a:xfrm>
            <a:custGeom>
              <a:avLst/>
              <a:gdLst/>
              <a:ahLst/>
              <a:cxnLst/>
              <a:rect r="r" b="b" t="t" l="l"/>
              <a:pathLst>
                <a:path h="857250" w="6858000">
                  <a:moveTo>
                    <a:pt x="6858000" y="0"/>
                  </a:moveTo>
                  <a:lnTo>
                    <a:pt x="6858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6858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2011680" y="2233422"/>
            <a:ext cx="3474720" cy="207264"/>
            <a:chOff x="8382000" y="9309100"/>
            <a:chExt cx="14478000" cy="8572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478000" cy="857250"/>
            </a:xfrm>
            <a:custGeom>
              <a:avLst/>
              <a:gdLst/>
              <a:ahLst/>
              <a:cxnLst/>
              <a:rect r="r" b="b" t="t" l="l"/>
              <a:pathLst>
                <a:path h="857250" w="14478000">
                  <a:moveTo>
                    <a:pt x="14478000" y="0"/>
                  </a:moveTo>
                  <a:lnTo>
                    <a:pt x="14478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14478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486400" y="2233422"/>
            <a:ext cx="3291840" cy="207264"/>
            <a:chOff x="22860000" y="9309100"/>
            <a:chExt cx="13716000" cy="8572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716000" cy="857250"/>
            </a:xfrm>
            <a:custGeom>
              <a:avLst/>
              <a:gdLst/>
              <a:ahLst/>
              <a:cxnLst/>
              <a:rect r="r" b="b" t="t" l="l"/>
              <a:pathLst>
                <a:path h="857250" w="13716000">
                  <a:moveTo>
                    <a:pt x="13716000" y="0"/>
                  </a:moveTo>
                  <a:lnTo>
                    <a:pt x="13716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13716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365760" y="2439162"/>
            <a:ext cx="1645920" cy="207264"/>
            <a:chOff x="1524000" y="10166350"/>
            <a:chExt cx="6858000" cy="8572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858000" cy="857250"/>
            </a:xfrm>
            <a:custGeom>
              <a:avLst/>
              <a:gdLst/>
              <a:ahLst/>
              <a:cxnLst/>
              <a:rect r="r" b="b" t="t" l="l"/>
              <a:pathLst>
                <a:path h="857250" w="6858000">
                  <a:moveTo>
                    <a:pt x="6858000" y="0"/>
                  </a:moveTo>
                  <a:lnTo>
                    <a:pt x="6858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6858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011680" y="2439162"/>
            <a:ext cx="3474720" cy="207264"/>
            <a:chOff x="8382000" y="10166350"/>
            <a:chExt cx="14478000" cy="8572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478000" cy="857250"/>
            </a:xfrm>
            <a:custGeom>
              <a:avLst/>
              <a:gdLst/>
              <a:ahLst/>
              <a:cxnLst/>
              <a:rect r="r" b="b" t="t" l="l"/>
              <a:pathLst>
                <a:path h="857250" w="14478000">
                  <a:moveTo>
                    <a:pt x="14478000" y="0"/>
                  </a:moveTo>
                  <a:lnTo>
                    <a:pt x="14478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14478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486400" y="2439162"/>
            <a:ext cx="3291840" cy="207264"/>
            <a:chOff x="22860000" y="10166350"/>
            <a:chExt cx="13716000" cy="8572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716000" cy="857250"/>
            </a:xfrm>
            <a:custGeom>
              <a:avLst/>
              <a:gdLst/>
              <a:ahLst/>
              <a:cxnLst/>
              <a:rect r="r" b="b" t="t" l="l"/>
              <a:pathLst>
                <a:path h="857250" w="13716000">
                  <a:moveTo>
                    <a:pt x="13716000" y="0"/>
                  </a:moveTo>
                  <a:lnTo>
                    <a:pt x="13716000" y="857250"/>
                  </a:lnTo>
                  <a:lnTo>
                    <a:pt x="0" y="857250"/>
                  </a:lnTo>
                  <a:lnTo>
                    <a:pt x="0" y="0"/>
                  </a:lnTo>
                  <a:lnTo>
                    <a:pt x="13716000" y="0"/>
                  </a:lnTo>
                  <a:close/>
                </a:path>
              </a:pathLst>
            </a:custGeom>
            <a:solidFill>
              <a:srgbClr val="EBF2FA"/>
            </a:solidFill>
          </p:spPr>
        </p:sp>
      </p:grpSp>
      <p:sp>
        <p:nvSpPr>
          <p:cNvPr name="Freeform 39" id="39"/>
          <p:cNvSpPr/>
          <p:nvPr/>
        </p:nvSpPr>
        <p:spPr>
          <a:xfrm flipH="false" flipV="false" rot="0">
            <a:off x="2007108" y="1601724"/>
            <a:ext cx="9525" cy="1051560"/>
          </a:xfrm>
          <a:custGeom>
            <a:avLst/>
            <a:gdLst/>
            <a:ahLst/>
            <a:cxnLst/>
            <a:rect r="r" b="b" t="t" l="l"/>
            <a:pathLst>
              <a:path h="1051560" w="9525">
                <a:moveTo>
                  <a:pt x="0" y="0"/>
                </a:moveTo>
                <a:lnTo>
                  <a:pt x="9525" y="0"/>
                </a:lnTo>
                <a:lnTo>
                  <a:pt x="9525" y="1051560"/>
                </a:lnTo>
                <a:lnTo>
                  <a:pt x="0" y="10515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5481828" y="1601724"/>
            <a:ext cx="9525" cy="1051560"/>
          </a:xfrm>
          <a:custGeom>
            <a:avLst/>
            <a:gdLst/>
            <a:ahLst/>
            <a:cxnLst/>
            <a:rect r="r" b="b" t="t" l="l"/>
            <a:pathLst>
              <a:path h="1051560" w="9525">
                <a:moveTo>
                  <a:pt x="0" y="0"/>
                </a:moveTo>
                <a:lnTo>
                  <a:pt x="9525" y="0"/>
                </a:lnTo>
                <a:lnTo>
                  <a:pt x="9525" y="1051560"/>
                </a:lnTo>
                <a:lnTo>
                  <a:pt x="0" y="10515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358140" y="1818132"/>
            <a:ext cx="8427720" cy="9525"/>
          </a:xfrm>
          <a:custGeom>
            <a:avLst/>
            <a:gdLst/>
            <a:ahLst/>
            <a:cxnLst/>
            <a:rect r="r" b="b" t="t" l="l"/>
            <a:pathLst>
              <a:path h="9525" w="8427720">
                <a:moveTo>
                  <a:pt x="0" y="0"/>
                </a:moveTo>
                <a:lnTo>
                  <a:pt x="8427720" y="0"/>
                </a:lnTo>
                <a:lnTo>
                  <a:pt x="842772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358140" y="2023872"/>
            <a:ext cx="8427720" cy="9525"/>
          </a:xfrm>
          <a:custGeom>
            <a:avLst/>
            <a:gdLst/>
            <a:ahLst/>
            <a:cxnLst/>
            <a:rect r="r" b="b" t="t" l="l"/>
            <a:pathLst>
              <a:path h="9525" w="8427720">
                <a:moveTo>
                  <a:pt x="0" y="0"/>
                </a:moveTo>
                <a:lnTo>
                  <a:pt x="8427720" y="0"/>
                </a:lnTo>
                <a:lnTo>
                  <a:pt x="842772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358140" y="2229612"/>
            <a:ext cx="8427720" cy="9525"/>
          </a:xfrm>
          <a:custGeom>
            <a:avLst/>
            <a:gdLst/>
            <a:ahLst/>
            <a:cxnLst/>
            <a:rect r="r" b="b" t="t" l="l"/>
            <a:pathLst>
              <a:path h="9525" w="8427720">
                <a:moveTo>
                  <a:pt x="0" y="0"/>
                </a:moveTo>
                <a:lnTo>
                  <a:pt x="8427720" y="0"/>
                </a:lnTo>
                <a:lnTo>
                  <a:pt x="842772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358140" y="2435352"/>
            <a:ext cx="8427720" cy="9525"/>
          </a:xfrm>
          <a:custGeom>
            <a:avLst/>
            <a:gdLst/>
            <a:ahLst/>
            <a:cxnLst/>
            <a:rect r="r" b="b" t="t" l="l"/>
            <a:pathLst>
              <a:path h="9525" w="8427720">
                <a:moveTo>
                  <a:pt x="0" y="0"/>
                </a:moveTo>
                <a:lnTo>
                  <a:pt x="8427720" y="0"/>
                </a:lnTo>
                <a:lnTo>
                  <a:pt x="842772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361188" y="1601724"/>
            <a:ext cx="9525" cy="1051560"/>
          </a:xfrm>
          <a:custGeom>
            <a:avLst/>
            <a:gdLst/>
            <a:ahLst/>
            <a:cxnLst/>
            <a:rect r="r" b="b" t="t" l="l"/>
            <a:pathLst>
              <a:path h="1051560" w="9525">
                <a:moveTo>
                  <a:pt x="0" y="0"/>
                </a:moveTo>
                <a:lnTo>
                  <a:pt x="9525" y="0"/>
                </a:lnTo>
                <a:lnTo>
                  <a:pt x="9525" y="1051560"/>
                </a:lnTo>
                <a:lnTo>
                  <a:pt x="0" y="105156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8773668" y="1601724"/>
            <a:ext cx="9525" cy="1051560"/>
          </a:xfrm>
          <a:custGeom>
            <a:avLst/>
            <a:gdLst/>
            <a:ahLst/>
            <a:cxnLst/>
            <a:rect r="r" b="b" t="t" l="l"/>
            <a:pathLst>
              <a:path h="1051560" w="9525">
                <a:moveTo>
                  <a:pt x="0" y="0"/>
                </a:moveTo>
                <a:lnTo>
                  <a:pt x="9525" y="0"/>
                </a:lnTo>
                <a:lnTo>
                  <a:pt x="9525" y="1051560"/>
                </a:lnTo>
                <a:lnTo>
                  <a:pt x="0" y="105156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358140" y="1604772"/>
            <a:ext cx="8427720" cy="9525"/>
          </a:xfrm>
          <a:custGeom>
            <a:avLst/>
            <a:gdLst/>
            <a:ahLst/>
            <a:cxnLst/>
            <a:rect r="r" b="b" t="t" l="l"/>
            <a:pathLst>
              <a:path h="9525" w="8427720">
                <a:moveTo>
                  <a:pt x="0" y="0"/>
                </a:moveTo>
                <a:lnTo>
                  <a:pt x="8427720" y="0"/>
                </a:lnTo>
                <a:lnTo>
                  <a:pt x="842772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358140" y="2641092"/>
            <a:ext cx="8427720" cy="9525"/>
          </a:xfrm>
          <a:custGeom>
            <a:avLst/>
            <a:gdLst/>
            <a:ahLst/>
            <a:cxnLst/>
            <a:rect r="r" b="b" t="t" l="l"/>
            <a:pathLst>
              <a:path h="9525" w="8427720">
                <a:moveTo>
                  <a:pt x="0" y="0"/>
                </a:moveTo>
                <a:lnTo>
                  <a:pt x="8427720" y="0"/>
                </a:lnTo>
                <a:lnTo>
                  <a:pt x="842772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358140" y="3695700"/>
            <a:ext cx="8427720" cy="911352"/>
          </a:xfrm>
          <a:custGeom>
            <a:avLst/>
            <a:gdLst/>
            <a:ahLst/>
            <a:cxnLst/>
            <a:rect r="r" b="b" t="t" l="l"/>
            <a:pathLst>
              <a:path h="911352" w="8427720">
                <a:moveTo>
                  <a:pt x="0" y="0"/>
                </a:moveTo>
                <a:lnTo>
                  <a:pt x="8427720" y="0"/>
                </a:lnTo>
                <a:lnTo>
                  <a:pt x="8427720" y="911352"/>
                </a:lnTo>
                <a:lnTo>
                  <a:pt x="0" y="91135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358140" y="3695700"/>
            <a:ext cx="70104" cy="911352"/>
          </a:xfrm>
          <a:custGeom>
            <a:avLst/>
            <a:gdLst/>
            <a:ahLst/>
            <a:cxnLst/>
            <a:rect r="r" b="b" t="t" l="l"/>
            <a:pathLst>
              <a:path h="911352" w="70104">
                <a:moveTo>
                  <a:pt x="0" y="0"/>
                </a:moveTo>
                <a:lnTo>
                  <a:pt x="70104" y="0"/>
                </a:lnTo>
                <a:lnTo>
                  <a:pt x="70104" y="911352"/>
                </a:lnTo>
                <a:lnTo>
                  <a:pt x="0" y="911352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365760" y="17316"/>
            <a:ext cx="4555217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CORS —Cross-Origin Resource Sharing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00770" y="528704"/>
            <a:ext cx="29280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65760" y="681761"/>
            <a:ext cx="2732903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Why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it's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needed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and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how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each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framework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handles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701003" y="1168918"/>
            <a:ext cx="5856894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>
                <a:solidFill>
                  <a:srgbClr val="C6282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Frontend :3000 → calls APIs at :8081, :8082, :8083, :8085 → Browser blocks by default (Same-Origin Policy)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15667" y="1612706"/>
            <a:ext cx="556393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3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Framework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41960" y="1783852"/>
            <a:ext cx="525999" cy="829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Spring Boot Spark Java Dropwizard Vert.x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330731" y="1612706"/>
            <a:ext cx="852526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CORS Mechanism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087880" y="1783852"/>
            <a:ext cx="1789347" cy="80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WebMvcConfigurer.addCorsMappings() before() filter —sets headers CrossOriginFilter servlet filter</a:t>
            </a:r>
          </a:p>
          <a:p>
            <a:pPr algn="l">
              <a:lnSpc>
                <a:spcPts val="1608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putHeader() in route handler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929123" y="1612706"/>
            <a:ext cx="413985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 spc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Location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562600" y="1783852"/>
            <a:ext cx="1780508" cy="80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CorsConfig.java @Configuration Appointment</a:t>
            </a:r>
            <a:r>
              <a:rPr lang="en-US" sz="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Service.</a:t>
            </a:r>
            <a:r>
              <a:rPr lang="en-US" sz="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main(</a:t>
            </a:r>
            <a:r>
              <a:rPr lang="en-US" sz="9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900">
                <a:solidFill>
                  <a:srgbClr val="1A2340"/>
                </a:solidFill>
                <a:latin typeface="Calibri (MS)"/>
                <a:ea typeface="Calibri (MS)"/>
                <a:cs typeface="Calibri (MS)"/>
                <a:sym typeface="Calibri (MS)"/>
              </a:rPr>
              <a:t>) DoctorApplication.run() ActivityLogVerticle.start()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629650" y="4810058"/>
            <a:ext cx="117405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13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93776" y="3840709"/>
            <a:ext cx="4053107" cy="516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6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// All services respond with:</a:t>
            </a:r>
          </a:p>
          <a:p>
            <a:pPr algn="l">
              <a:lnSpc>
                <a:spcPts val="996"/>
              </a:lnSpc>
            </a:pPr>
            <a:r>
              <a:rPr lang="en-US" sz="900">
                <a:solidFill>
                  <a:srgbClr val="A8D8EA"/>
                </a:solidFill>
                <a:latin typeface="Courier New"/>
                <a:ea typeface="Courier New"/>
                <a:cs typeface="Courier New"/>
                <a:sym typeface="Courier New"/>
              </a:rPr>
              <a:t>Access-Control-Allow-Origin: * Access-Control-Allow-Methods: GET, POST, PUT, DELETE, OPTIONS Access-Control-Allow-Headers: Content-Type, Authorization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5141976"/>
            <a:chOff x="0" y="0"/>
            <a:chExt cx="38100000" cy="21424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00000" cy="21424900"/>
            </a:xfrm>
            <a:custGeom>
              <a:avLst/>
              <a:gdLst/>
              <a:ahLst/>
              <a:cxnLst/>
              <a:rect r="r" b="b" t="t" l="l"/>
              <a:pathLst>
                <a:path h="21424900" w="38100000">
                  <a:moveTo>
                    <a:pt x="38100000" y="0"/>
                  </a:moveTo>
                  <a:lnTo>
                    <a:pt x="38100000" y="21424900"/>
                  </a:lnTo>
                  <a:lnTo>
                    <a:pt x="0" y="21424900"/>
                  </a:lnTo>
                  <a:lnTo>
                    <a:pt x="0" y="0"/>
                  </a:lnTo>
                  <a:lnTo>
                    <a:pt x="381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762"/>
            <a:ext cx="9144000" cy="5145024"/>
            <a:chOff x="0" y="0"/>
            <a:chExt cx="38100000" cy="21431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100000" cy="21431250"/>
            </a:xfrm>
            <a:custGeom>
              <a:avLst/>
              <a:gdLst/>
              <a:ahLst/>
              <a:cxnLst/>
              <a:rect r="r" b="b" t="t" l="l"/>
              <a:pathLst>
                <a:path h="21431250" w="38100000">
                  <a:moveTo>
                    <a:pt x="38100000" y="0"/>
                  </a:moveTo>
                  <a:lnTo>
                    <a:pt x="38100000" y="21431250"/>
                  </a:lnTo>
                  <a:lnTo>
                    <a:pt x="0" y="21431250"/>
                  </a:lnTo>
                  <a:lnTo>
                    <a:pt x="0" y="0"/>
                  </a:lnTo>
                  <a:lnTo>
                    <a:pt x="381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7620" y="-7620"/>
            <a:ext cx="9159240" cy="518160"/>
          </a:xfrm>
          <a:custGeom>
            <a:avLst/>
            <a:gdLst/>
            <a:ahLst/>
            <a:cxnLst/>
            <a:rect r="r" b="b" t="t" l="l"/>
            <a:pathLst>
              <a:path h="518160" w="9159240">
                <a:moveTo>
                  <a:pt x="0" y="0"/>
                </a:moveTo>
                <a:lnTo>
                  <a:pt x="9159240" y="0"/>
                </a:lnTo>
                <a:lnTo>
                  <a:pt x="9159240" y="518160"/>
                </a:lnTo>
                <a:lnTo>
                  <a:pt x="0" y="5181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96300" y="4792980"/>
            <a:ext cx="381000" cy="243840"/>
          </a:xfrm>
          <a:custGeom>
            <a:avLst/>
            <a:gdLst/>
            <a:ahLst/>
            <a:cxnLst/>
            <a:rect r="r" b="b" t="t" l="l"/>
            <a:pathLst>
              <a:path h="243840" w="381000">
                <a:moveTo>
                  <a:pt x="0" y="0"/>
                </a:moveTo>
                <a:lnTo>
                  <a:pt x="381000" y="0"/>
                </a:lnTo>
                <a:lnTo>
                  <a:pt x="381000" y="243840"/>
                </a:lnTo>
                <a:lnTo>
                  <a:pt x="0" y="2438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8140" y="1016508"/>
            <a:ext cx="4038600" cy="344424"/>
          </a:xfrm>
          <a:custGeom>
            <a:avLst/>
            <a:gdLst/>
            <a:ahLst/>
            <a:cxnLst/>
            <a:rect r="r" b="b" t="t" l="l"/>
            <a:pathLst>
              <a:path h="344424" w="4038600">
                <a:moveTo>
                  <a:pt x="0" y="0"/>
                </a:moveTo>
                <a:lnTo>
                  <a:pt x="4038600" y="0"/>
                </a:lnTo>
                <a:lnTo>
                  <a:pt x="4038600" y="344424"/>
                </a:lnTo>
                <a:lnTo>
                  <a:pt x="0" y="3444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58140" y="1409700"/>
            <a:ext cx="1341120" cy="381000"/>
          </a:xfrm>
          <a:custGeom>
            <a:avLst/>
            <a:gdLst/>
            <a:ahLst/>
            <a:cxnLst/>
            <a:rect r="r" b="b" t="t" l="l"/>
            <a:pathLst>
              <a:path h="381000" w="1341120">
                <a:moveTo>
                  <a:pt x="0" y="0"/>
                </a:moveTo>
                <a:lnTo>
                  <a:pt x="1341120" y="0"/>
                </a:lnTo>
                <a:lnTo>
                  <a:pt x="134112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29740" y="1409700"/>
            <a:ext cx="609600" cy="381000"/>
          </a:xfrm>
          <a:custGeom>
            <a:avLst/>
            <a:gdLst/>
            <a:ahLst/>
            <a:cxnLst/>
            <a:rect r="r" b="b" t="t" l="l"/>
            <a:pathLst>
              <a:path h="381000" w="609600">
                <a:moveTo>
                  <a:pt x="0" y="0"/>
                </a:moveTo>
                <a:lnTo>
                  <a:pt x="609600" y="0"/>
                </a:lnTo>
                <a:lnTo>
                  <a:pt x="6096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58140" y="1866900"/>
            <a:ext cx="1341120" cy="381000"/>
          </a:xfrm>
          <a:custGeom>
            <a:avLst/>
            <a:gdLst/>
            <a:ahLst/>
            <a:cxnLst/>
            <a:rect r="r" b="b" t="t" l="l"/>
            <a:pathLst>
              <a:path h="381000" w="1341120">
                <a:moveTo>
                  <a:pt x="0" y="0"/>
                </a:moveTo>
                <a:lnTo>
                  <a:pt x="1341120" y="0"/>
                </a:lnTo>
                <a:lnTo>
                  <a:pt x="134112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29740" y="1866900"/>
            <a:ext cx="609600" cy="381000"/>
          </a:xfrm>
          <a:custGeom>
            <a:avLst/>
            <a:gdLst/>
            <a:ahLst/>
            <a:cxnLst/>
            <a:rect r="r" b="b" t="t" l="l"/>
            <a:pathLst>
              <a:path h="381000" w="609600">
                <a:moveTo>
                  <a:pt x="0" y="0"/>
                </a:moveTo>
                <a:lnTo>
                  <a:pt x="609600" y="0"/>
                </a:lnTo>
                <a:lnTo>
                  <a:pt x="6096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58140" y="2324100"/>
            <a:ext cx="1341120" cy="381000"/>
          </a:xfrm>
          <a:custGeom>
            <a:avLst/>
            <a:gdLst/>
            <a:ahLst/>
            <a:cxnLst/>
            <a:rect r="r" b="b" t="t" l="l"/>
            <a:pathLst>
              <a:path h="381000" w="1341120">
                <a:moveTo>
                  <a:pt x="0" y="0"/>
                </a:moveTo>
                <a:lnTo>
                  <a:pt x="1341120" y="0"/>
                </a:lnTo>
                <a:lnTo>
                  <a:pt x="134112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29740" y="2324100"/>
            <a:ext cx="609600" cy="381000"/>
          </a:xfrm>
          <a:custGeom>
            <a:avLst/>
            <a:gdLst/>
            <a:ahLst/>
            <a:cxnLst/>
            <a:rect r="r" b="b" t="t" l="l"/>
            <a:pathLst>
              <a:path h="381000" w="609600">
                <a:moveTo>
                  <a:pt x="0" y="0"/>
                </a:moveTo>
                <a:lnTo>
                  <a:pt x="609600" y="0"/>
                </a:lnTo>
                <a:lnTo>
                  <a:pt x="6096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58140" y="2781300"/>
            <a:ext cx="1341120" cy="381000"/>
          </a:xfrm>
          <a:custGeom>
            <a:avLst/>
            <a:gdLst/>
            <a:ahLst/>
            <a:cxnLst/>
            <a:rect r="r" b="b" t="t" l="l"/>
            <a:pathLst>
              <a:path h="381000" w="1341120">
                <a:moveTo>
                  <a:pt x="0" y="0"/>
                </a:moveTo>
                <a:lnTo>
                  <a:pt x="1341120" y="0"/>
                </a:lnTo>
                <a:lnTo>
                  <a:pt x="134112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29740" y="2781300"/>
            <a:ext cx="609600" cy="381000"/>
          </a:xfrm>
          <a:custGeom>
            <a:avLst/>
            <a:gdLst/>
            <a:ahLst/>
            <a:cxnLst/>
            <a:rect r="r" b="b" t="t" l="l"/>
            <a:pathLst>
              <a:path h="381000" w="609600">
                <a:moveTo>
                  <a:pt x="0" y="0"/>
                </a:moveTo>
                <a:lnTo>
                  <a:pt x="609600" y="0"/>
                </a:lnTo>
                <a:lnTo>
                  <a:pt x="6096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58140" y="3238500"/>
            <a:ext cx="1341120" cy="381000"/>
          </a:xfrm>
          <a:custGeom>
            <a:avLst/>
            <a:gdLst/>
            <a:ahLst/>
            <a:cxnLst/>
            <a:rect r="r" b="b" t="t" l="l"/>
            <a:pathLst>
              <a:path h="381000" w="1341120">
                <a:moveTo>
                  <a:pt x="0" y="0"/>
                </a:moveTo>
                <a:lnTo>
                  <a:pt x="1341120" y="0"/>
                </a:lnTo>
                <a:lnTo>
                  <a:pt x="134112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29740" y="3238500"/>
            <a:ext cx="609600" cy="381000"/>
          </a:xfrm>
          <a:custGeom>
            <a:avLst/>
            <a:gdLst/>
            <a:ahLst/>
            <a:cxnLst/>
            <a:rect r="r" b="b" t="t" l="l"/>
            <a:pathLst>
              <a:path h="381000" w="609600">
                <a:moveTo>
                  <a:pt x="0" y="0"/>
                </a:moveTo>
                <a:lnTo>
                  <a:pt x="609600" y="0"/>
                </a:lnTo>
                <a:lnTo>
                  <a:pt x="6096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58140" y="3695700"/>
            <a:ext cx="1341120" cy="381000"/>
          </a:xfrm>
          <a:custGeom>
            <a:avLst/>
            <a:gdLst/>
            <a:ahLst/>
            <a:cxnLst/>
            <a:rect r="r" b="b" t="t" l="l"/>
            <a:pathLst>
              <a:path h="381000" w="1341120">
                <a:moveTo>
                  <a:pt x="0" y="0"/>
                </a:moveTo>
                <a:lnTo>
                  <a:pt x="1341120" y="0"/>
                </a:lnTo>
                <a:lnTo>
                  <a:pt x="134112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729740" y="3695700"/>
            <a:ext cx="609600" cy="381000"/>
          </a:xfrm>
          <a:custGeom>
            <a:avLst/>
            <a:gdLst/>
            <a:ahLst/>
            <a:cxnLst/>
            <a:rect r="r" b="b" t="t" l="l"/>
            <a:pathLst>
              <a:path h="381000" w="609600">
                <a:moveTo>
                  <a:pt x="0" y="0"/>
                </a:moveTo>
                <a:lnTo>
                  <a:pt x="609600" y="0"/>
                </a:lnTo>
                <a:lnTo>
                  <a:pt x="6096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58140" y="4152900"/>
            <a:ext cx="1341120" cy="381000"/>
          </a:xfrm>
          <a:custGeom>
            <a:avLst/>
            <a:gdLst/>
            <a:ahLst/>
            <a:cxnLst/>
            <a:rect r="r" b="b" t="t" l="l"/>
            <a:pathLst>
              <a:path h="381000" w="1341120">
                <a:moveTo>
                  <a:pt x="0" y="0"/>
                </a:moveTo>
                <a:lnTo>
                  <a:pt x="1341120" y="0"/>
                </a:lnTo>
                <a:lnTo>
                  <a:pt x="134112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729740" y="4152900"/>
            <a:ext cx="609600" cy="381000"/>
          </a:xfrm>
          <a:custGeom>
            <a:avLst/>
            <a:gdLst/>
            <a:ahLst/>
            <a:cxnLst/>
            <a:rect r="r" b="b" t="t" l="l"/>
            <a:pathLst>
              <a:path h="381000" w="609600">
                <a:moveTo>
                  <a:pt x="0" y="0"/>
                </a:moveTo>
                <a:lnTo>
                  <a:pt x="609600" y="0"/>
                </a:lnTo>
                <a:lnTo>
                  <a:pt x="6096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58140" y="4610100"/>
            <a:ext cx="1341120" cy="381000"/>
          </a:xfrm>
          <a:custGeom>
            <a:avLst/>
            <a:gdLst/>
            <a:ahLst/>
            <a:cxnLst/>
            <a:rect r="r" b="b" t="t" l="l"/>
            <a:pathLst>
              <a:path h="381000" w="1341120">
                <a:moveTo>
                  <a:pt x="0" y="0"/>
                </a:moveTo>
                <a:lnTo>
                  <a:pt x="1341120" y="0"/>
                </a:lnTo>
                <a:lnTo>
                  <a:pt x="134112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729740" y="4610100"/>
            <a:ext cx="609600" cy="381000"/>
          </a:xfrm>
          <a:custGeom>
            <a:avLst/>
            <a:gdLst/>
            <a:ahLst/>
            <a:cxnLst/>
            <a:rect r="r" b="b" t="t" l="l"/>
            <a:pathLst>
              <a:path h="381000" w="609600">
                <a:moveTo>
                  <a:pt x="0" y="0"/>
                </a:moveTo>
                <a:lnTo>
                  <a:pt x="609600" y="0"/>
                </a:lnTo>
                <a:lnTo>
                  <a:pt x="6096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4747260" y="1016508"/>
            <a:ext cx="4038600" cy="344424"/>
          </a:xfrm>
          <a:custGeom>
            <a:avLst/>
            <a:gdLst/>
            <a:ahLst/>
            <a:cxnLst/>
            <a:rect r="r" b="b" t="t" l="l"/>
            <a:pathLst>
              <a:path h="344424" w="4038600">
                <a:moveTo>
                  <a:pt x="0" y="0"/>
                </a:moveTo>
                <a:lnTo>
                  <a:pt x="4038600" y="0"/>
                </a:lnTo>
                <a:lnTo>
                  <a:pt x="4038600" y="344424"/>
                </a:lnTo>
                <a:lnTo>
                  <a:pt x="0" y="344424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747260" y="1409700"/>
            <a:ext cx="1478280" cy="381000"/>
          </a:xfrm>
          <a:custGeom>
            <a:avLst/>
            <a:gdLst/>
            <a:ahLst/>
            <a:cxnLst/>
            <a:rect r="r" b="b" t="t" l="l"/>
            <a:pathLst>
              <a:path h="381000" w="1478280">
                <a:moveTo>
                  <a:pt x="0" y="0"/>
                </a:moveTo>
                <a:lnTo>
                  <a:pt x="1478280" y="0"/>
                </a:lnTo>
                <a:lnTo>
                  <a:pt x="147828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256020" y="1409700"/>
            <a:ext cx="609600" cy="381000"/>
          </a:xfrm>
          <a:custGeom>
            <a:avLst/>
            <a:gdLst/>
            <a:ahLst/>
            <a:cxnLst/>
            <a:rect r="r" b="b" t="t" l="l"/>
            <a:pathLst>
              <a:path h="381000" w="609600">
                <a:moveTo>
                  <a:pt x="0" y="0"/>
                </a:moveTo>
                <a:lnTo>
                  <a:pt x="609600" y="0"/>
                </a:lnTo>
                <a:lnTo>
                  <a:pt x="6096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4747260" y="1866900"/>
            <a:ext cx="1478280" cy="381000"/>
          </a:xfrm>
          <a:custGeom>
            <a:avLst/>
            <a:gdLst/>
            <a:ahLst/>
            <a:cxnLst/>
            <a:rect r="r" b="b" t="t" l="l"/>
            <a:pathLst>
              <a:path h="381000" w="1478280">
                <a:moveTo>
                  <a:pt x="0" y="0"/>
                </a:moveTo>
                <a:lnTo>
                  <a:pt x="1478280" y="0"/>
                </a:lnTo>
                <a:lnTo>
                  <a:pt x="147828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256020" y="1866900"/>
            <a:ext cx="609600" cy="381000"/>
          </a:xfrm>
          <a:custGeom>
            <a:avLst/>
            <a:gdLst/>
            <a:ahLst/>
            <a:cxnLst/>
            <a:rect r="r" b="b" t="t" l="l"/>
            <a:pathLst>
              <a:path h="381000" w="609600">
                <a:moveTo>
                  <a:pt x="0" y="0"/>
                </a:moveTo>
                <a:lnTo>
                  <a:pt x="609600" y="0"/>
                </a:lnTo>
                <a:lnTo>
                  <a:pt x="6096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4747260" y="2324100"/>
            <a:ext cx="1478280" cy="381000"/>
          </a:xfrm>
          <a:custGeom>
            <a:avLst/>
            <a:gdLst/>
            <a:ahLst/>
            <a:cxnLst/>
            <a:rect r="r" b="b" t="t" l="l"/>
            <a:pathLst>
              <a:path h="381000" w="1478280">
                <a:moveTo>
                  <a:pt x="0" y="0"/>
                </a:moveTo>
                <a:lnTo>
                  <a:pt x="1478280" y="0"/>
                </a:lnTo>
                <a:lnTo>
                  <a:pt x="147828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6256020" y="2324100"/>
            <a:ext cx="609600" cy="381000"/>
          </a:xfrm>
          <a:custGeom>
            <a:avLst/>
            <a:gdLst/>
            <a:ahLst/>
            <a:cxnLst/>
            <a:rect r="r" b="b" t="t" l="l"/>
            <a:pathLst>
              <a:path h="381000" w="609600">
                <a:moveTo>
                  <a:pt x="0" y="0"/>
                </a:moveTo>
                <a:lnTo>
                  <a:pt x="609600" y="0"/>
                </a:lnTo>
                <a:lnTo>
                  <a:pt x="6096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4747260" y="2781300"/>
            <a:ext cx="1478280" cy="381000"/>
          </a:xfrm>
          <a:custGeom>
            <a:avLst/>
            <a:gdLst/>
            <a:ahLst/>
            <a:cxnLst/>
            <a:rect r="r" b="b" t="t" l="l"/>
            <a:pathLst>
              <a:path h="381000" w="1478280">
                <a:moveTo>
                  <a:pt x="0" y="0"/>
                </a:moveTo>
                <a:lnTo>
                  <a:pt x="1478280" y="0"/>
                </a:lnTo>
                <a:lnTo>
                  <a:pt x="147828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6256020" y="2781300"/>
            <a:ext cx="609600" cy="381000"/>
          </a:xfrm>
          <a:custGeom>
            <a:avLst/>
            <a:gdLst/>
            <a:ahLst/>
            <a:cxnLst/>
            <a:rect r="r" b="b" t="t" l="l"/>
            <a:pathLst>
              <a:path h="381000" w="609600">
                <a:moveTo>
                  <a:pt x="0" y="0"/>
                </a:moveTo>
                <a:lnTo>
                  <a:pt x="609600" y="0"/>
                </a:lnTo>
                <a:lnTo>
                  <a:pt x="6096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4747260" y="3238500"/>
            <a:ext cx="1478280" cy="381000"/>
          </a:xfrm>
          <a:custGeom>
            <a:avLst/>
            <a:gdLst/>
            <a:ahLst/>
            <a:cxnLst/>
            <a:rect r="r" b="b" t="t" l="l"/>
            <a:pathLst>
              <a:path h="381000" w="1478280">
                <a:moveTo>
                  <a:pt x="0" y="0"/>
                </a:moveTo>
                <a:lnTo>
                  <a:pt x="1478280" y="0"/>
                </a:lnTo>
                <a:lnTo>
                  <a:pt x="147828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6256020" y="3238500"/>
            <a:ext cx="609600" cy="381000"/>
          </a:xfrm>
          <a:custGeom>
            <a:avLst/>
            <a:gdLst/>
            <a:ahLst/>
            <a:cxnLst/>
            <a:rect r="r" b="b" t="t" l="l"/>
            <a:pathLst>
              <a:path h="381000" w="609600">
                <a:moveTo>
                  <a:pt x="0" y="0"/>
                </a:moveTo>
                <a:lnTo>
                  <a:pt x="609600" y="0"/>
                </a:lnTo>
                <a:lnTo>
                  <a:pt x="6096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4747260" y="3695700"/>
            <a:ext cx="1478280" cy="381000"/>
          </a:xfrm>
          <a:custGeom>
            <a:avLst/>
            <a:gdLst/>
            <a:ahLst/>
            <a:cxnLst/>
            <a:rect r="r" b="b" t="t" l="l"/>
            <a:pathLst>
              <a:path h="381000" w="1478280">
                <a:moveTo>
                  <a:pt x="0" y="0"/>
                </a:moveTo>
                <a:lnTo>
                  <a:pt x="1478280" y="0"/>
                </a:lnTo>
                <a:lnTo>
                  <a:pt x="147828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6256020" y="3695700"/>
            <a:ext cx="609600" cy="381000"/>
          </a:xfrm>
          <a:custGeom>
            <a:avLst/>
            <a:gdLst/>
            <a:ahLst/>
            <a:cxnLst/>
            <a:rect r="r" b="b" t="t" l="l"/>
            <a:pathLst>
              <a:path h="381000" w="609600">
                <a:moveTo>
                  <a:pt x="0" y="0"/>
                </a:moveTo>
                <a:lnTo>
                  <a:pt x="609600" y="0"/>
                </a:lnTo>
                <a:lnTo>
                  <a:pt x="6096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365760" y="17316"/>
            <a:ext cx="2185292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Technologies Used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54459" y="528704"/>
            <a:ext cx="29280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65760" y="528704"/>
            <a:ext cx="2618518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Complete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stack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—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backend,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frontend,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and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DevOps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5191" y="4700330"/>
            <a:ext cx="235925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A23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Gson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92969" y="2871530"/>
            <a:ext cx="280273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A23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Vert.x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65184" y="3328730"/>
            <a:ext cx="337680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A23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Java 17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65184" y="3785930"/>
            <a:ext cx="337680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A23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Java 11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92956" y="1957130"/>
            <a:ext cx="483556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A23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Spark Java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67553" y="2414330"/>
            <a:ext cx="537086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A23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Dropwizard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44541" y="4243130"/>
            <a:ext cx="583282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A23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H2 Database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68353" y="1499930"/>
            <a:ext cx="532914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A23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Spring Boot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395122" y="1957130"/>
            <a:ext cx="189900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A23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Vite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365747" y="3785930"/>
            <a:ext cx="249726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A23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Node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358603" y="2414330"/>
            <a:ext cx="263947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A23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Ngi</a:t>
            </a: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900">
                <a:solidFill>
                  <a:srgbClr val="1A23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nx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360984" y="1499930"/>
            <a:ext cx="257327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A23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React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328447" y="2871530"/>
            <a:ext cx="324812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A23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Docker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108572" y="3328730"/>
            <a:ext cx="774554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1A23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Docker Compose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629650" y="4810058"/>
            <a:ext cx="117405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14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097243" y="1063076"/>
            <a:ext cx="572367" cy="21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BACKEND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124413" y="1063076"/>
            <a:ext cx="1309373" cy="21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b="true" sz="1099" spc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FRONTEND &amp; DEVOPS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965484" y="3317377"/>
            <a:ext cx="141437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LTS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965484" y="3774577"/>
            <a:ext cx="141437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LTS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932937" y="1488577"/>
            <a:ext cx="207988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3.2.0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932937" y="1945777"/>
            <a:ext cx="207988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2.9.4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932937" y="2402977"/>
            <a:ext cx="207988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2.1.6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932937" y="2860177"/>
            <a:ext cx="207988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4.5.1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907543" y="4688977"/>
            <a:ext cx="259804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2.10.1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889284" y="4231777"/>
            <a:ext cx="295666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 spc="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embed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2377440" y="4231777"/>
            <a:ext cx="809244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Patient persistence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377440" y="3317377"/>
            <a:ext cx="828418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Patient Service JVM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377440" y="2402977"/>
            <a:ext cx="915486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Doctor Service JAX-RS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2377440" y="3774577"/>
            <a:ext cx="923068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All other Java services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377440" y="2860177"/>
            <a:ext cx="1073687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Log Service reactive HTTP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377440" y="1488577"/>
            <a:ext cx="1096013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Patient Service REST + JPA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2377440" y="4688977"/>
            <a:ext cx="1184672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JSON (Appointment Service)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2377440" y="1945777"/>
            <a:ext cx="1235250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Appointment lightweight DSL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6535417" y="1945777"/>
            <a:ext cx="52540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6510023" y="1488577"/>
            <a:ext cx="104356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6510023" y="3774577"/>
            <a:ext cx="104356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20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6445729" y="2402977"/>
            <a:ext cx="235553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 spc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latest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6445729" y="2860177"/>
            <a:ext cx="235553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 spc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latest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6445729" y="3317377"/>
            <a:ext cx="235553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 spc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latest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6903720" y="2860177"/>
            <a:ext cx="698792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 spc="1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Containerization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6903720" y="2402977"/>
            <a:ext cx="714318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Static file serving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6903720" y="1945777"/>
            <a:ext cx="713765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 spc="0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Build tool + HMR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6903720" y="1488577"/>
            <a:ext cx="1059332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Frontend SPA framework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6903720" y="3774577"/>
            <a:ext cx="1195654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 spc="1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Frontend build environment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6903720" y="3317377"/>
            <a:ext cx="1255890" cy="17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9"/>
              </a:lnSpc>
            </a:pPr>
            <a:r>
              <a:rPr lang="en-US" sz="799" spc="0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Multi-container orchestration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5141976"/>
            <a:chOff x="0" y="-1"/>
            <a:chExt cx="76200000" cy="4284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"/>
              <a:ext cx="76200000" cy="42849799"/>
            </a:xfrm>
            <a:custGeom>
              <a:avLst/>
              <a:gdLst/>
              <a:ahLst/>
              <a:cxnLst/>
              <a:rect r="r" b="b" t="t" l="l"/>
              <a:pathLst>
                <a:path h="42849799" w="76200000">
                  <a:moveTo>
                    <a:pt x="76200000" y="0"/>
                  </a:moveTo>
                  <a:lnTo>
                    <a:pt x="76200000" y="42849799"/>
                  </a:lnTo>
                  <a:lnTo>
                    <a:pt x="0" y="42849799"/>
                  </a:lnTo>
                  <a:lnTo>
                    <a:pt x="0" y="0"/>
                  </a:lnTo>
                  <a:lnTo>
                    <a:pt x="762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9144000" cy="5143500"/>
            <a:chOff x="0" y="0"/>
            <a:chExt cx="76200000" cy="42862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200000" cy="42862500"/>
            </a:xfrm>
            <a:custGeom>
              <a:avLst/>
              <a:gdLst/>
              <a:ahLst/>
              <a:cxnLst/>
              <a:rect r="r" b="b" t="t" l="l"/>
              <a:pathLst>
                <a:path h="42862500" w="76200000">
                  <a:moveTo>
                    <a:pt x="76200000" y="0"/>
                  </a:moveTo>
                  <a:lnTo>
                    <a:pt x="76200000" y="42862500"/>
                  </a:lnTo>
                  <a:lnTo>
                    <a:pt x="0" y="42862500"/>
                  </a:lnTo>
                  <a:lnTo>
                    <a:pt x="0" y="0"/>
                  </a:lnTo>
                  <a:lnTo>
                    <a:pt x="7620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6858" y="-6858"/>
            <a:ext cx="9157716" cy="516636"/>
          </a:xfrm>
          <a:custGeom>
            <a:avLst/>
            <a:gdLst/>
            <a:ahLst/>
            <a:cxnLst/>
            <a:rect r="r" b="b" t="t" l="l"/>
            <a:pathLst>
              <a:path h="516636" w="9157716">
                <a:moveTo>
                  <a:pt x="0" y="0"/>
                </a:moveTo>
                <a:lnTo>
                  <a:pt x="9157716" y="0"/>
                </a:lnTo>
                <a:lnTo>
                  <a:pt x="9157716" y="516636"/>
                </a:lnTo>
                <a:lnTo>
                  <a:pt x="0" y="516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97062" y="4826508"/>
            <a:ext cx="379476" cy="242316"/>
          </a:xfrm>
          <a:custGeom>
            <a:avLst/>
            <a:gdLst/>
            <a:ahLst/>
            <a:cxnLst/>
            <a:rect r="r" b="b" t="t" l="l"/>
            <a:pathLst>
              <a:path h="242316" w="379476">
                <a:moveTo>
                  <a:pt x="0" y="0"/>
                </a:moveTo>
                <a:lnTo>
                  <a:pt x="379476" y="0"/>
                </a:lnTo>
                <a:lnTo>
                  <a:pt x="379476" y="242316"/>
                </a:lnTo>
                <a:lnTo>
                  <a:pt x="0" y="242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8902" y="1044702"/>
            <a:ext cx="8426196" cy="690372"/>
          </a:xfrm>
          <a:custGeom>
            <a:avLst/>
            <a:gdLst/>
            <a:ahLst/>
            <a:cxnLst/>
            <a:rect r="r" b="b" t="t" l="l"/>
            <a:pathLst>
              <a:path h="690372" w="8426196">
                <a:moveTo>
                  <a:pt x="0" y="0"/>
                </a:moveTo>
                <a:lnTo>
                  <a:pt x="8426196" y="0"/>
                </a:lnTo>
                <a:lnTo>
                  <a:pt x="8426196" y="690372"/>
                </a:lnTo>
                <a:lnTo>
                  <a:pt x="0" y="6903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58902" y="1044702"/>
            <a:ext cx="68580" cy="690372"/>
          </a:xfrm>
          <a:custGeom>
            <a:avLst/>
            <a:gdLst/>
            <a:ahLst/>
            <a:cxnLst/>
            <a:rect r="r" b="b" t="t" l="l"/>
            <a:pathLst>
              <a:path h="690372" w="68580">
                <a:moveTo>
                  <a:pt x="0" y="0"/>
                </a:moveTo>
                <a:lnTo>
                  <a:pt x="68580" y="0"/>
                </a:lnTo>
                <a:lnTo>
                  <a:pt x="68580" y="690372"/>
                </a:lnTo>
                <a:lnTo>
                  <a:pt x="0" y="6903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72846" y="1192025"/>
            <a:ext cx="254508" cy="254508"/>
            <a:chOff x="0" y="0"/>
            <a:chExt cx="339344" cy="3393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9344" cy="339344"/>
            </a:xfrm>
            <a:custGeom>
              <a:avLst/>
              <a:gdLst/>
              <a:ahLst/>
              <a:cxnLst/>
              <a:rect r="r" b="b" t="t" l="l"/>
              <a:pathLst>
                <a:path h="339344" w="339344">
                  <a:moveTo>
                    <a:pt x="0" y="0"/>
                  </a:moveTo>
                  <a:lnTo>
                    <a:pt x="339344" y="0"/>
                  </a:lnTo>
                  <a:lnTo>
                    <a:pt x="339344" y="339344"/>
                  </a:lnTo>
                  <a:lnTo>
                    <a:pt x="0" y="339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358902" y="1812798"/>
            <a:ext cx="8426196" cy="690372"/>
          </a:xfrm>
          <a:custGeom>
            <a:avLst/>
            <a:gdLst/>
            <a:ahLst/>
            <a:cxnLst/>
            <a:rect r="r" b="b" t="t" l="l"/>
            <a:pathLst>
              <a:path h="690372" w="8426196">
                <a:moveTo>
                  <a:pt x="0" y="0"/>
                </a:moveTo>
                <a:lnTo>
                  <a:pt x="8426196" y="0"/>
                </a:lnTo>
                <a:lnTo>
                  <a:pt x="8426196" y="690372"/>
                </a:lnTo>
                <a:lnTo>
                  <a:pt x="0" y="6903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58902" y="1812798"/>
            <a:ext cx="68580" cy="690372"/>
          </a:xfrm>
          <a:custGeom>
            <a:avLst/>
            <a:gdLst/>
            <a:ahLst/>
            <a:cxnLst/>
            <a:rect r="r" b="b" t="t" l="l"/>
            <a:pathLst>
              <a:path h="690372" w="68580">
                <a:moveTo>
                  <a:pt x="0" y="0"/>
                </a:moveTo>
                <a:lnTo>
                  <a:pt x="68580" y="0"/>
                </a:lnTo>
                <a:lnTo>
                  <a:pt x="68580" y="690372"/>
                </a:lnTo>
                <a:lnTo>
                  <a:pt x="0" y="69037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72846" y="1960121"/>
            <a:ext cx="254508" cy="254508"/>
            <a:chOff x="0" y="0"/>
            <a:chExt cx="339344" cy="3393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9344" cy="339344"/>
            </a:xfrm>
            <a:custGeom>
              <a:avLst/>
              <a:gdLst/>
              <a:ahLst/>
              <a:cxnLst/>
              <a:rect r="r" b="b" t="t" l="l"/>
              <a:pathLst>
                <a:path h="339344" w="339344">
                  <a:moveTo>
                    <a:pt x="0" y="0"/>
                  </a:moveTo>
                  <a:lnTo>
                    <a:pt x="339344" y="0"/>
                  </a:lnTo>
                  <a:lnTo>
                    <a:pt x="339344" y="339344"/>
                  </a:lnTo>
                  <a:lnTo>
                    <a:pt x="0" y="339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358902" y="2580894"/>
            <a:ext cx="8426196" cy="690372"/>
          </a:xfrm>
          <a:custGeom>
            <a:avLst/>
            <a:gdLst/>
            <a:ahLst/>
            <a:cxnLst/>
            <a:rect r="r" b="b" t="t" l="l"/>
            <a:pathLst>
              <a:path h="690372" w="8426196">
                <a:moveTo>
                  <a:pt x="0" y="0"/>
                </a:moveTo>
                <a:lnTo>
                  <a:pt x="8426196" y="0"/>
                </a:lnTo>
                <a:lnTo>
                  <a:pt x="8426196" y="690372"/>
                </a:lnTo>
                <a:lnTo>
                  <a:pt x="0" y="69037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58902" y="2580894"/>
            <a:ext cx="68580" cy="690372"/>
          </a:xfrm>
          <a:custGeom>
            <a:avLst/>
            <a:gdLst/>
            <a:ahLst/>
            <a:cxnLst/>
            <a:rect r="r" b="b" t="t" l="l"/>
            <a:pathLst>
              <a:path h="690372" w="68580">
                <a:moveTo>
                  <a:pt x="0" y="0"/>
                </a:moveTo>
                <a:lnTo>
                  <a:pt x="68580" y="0"/>
                </a:lnTo>
                <a:lnTo>
                  <a:pt x="68580" y="690372"/>
                </a:lnTo>
                <a:lnTo>
                  <a:pt x="0" y="69037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672846" y="2728217"/>
            <a:ext cx="254508" cy="254508"/>
            <a:chOff x="0" y="0"/>
            <a:chExt cx="339344" cy="3393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9344" cy="339344"/>
            </a:xfrm>
            <a:custGeom>
              <a:avLst/>
              <a:gdLst/>
              <a:ahLst/>
              <a:cxnLst/>
              <a:rect r="r" b="b" t="t" l="l"/>
              <a:pathLst>
                <a:path h="339344" w="339344">
                  <a:moveTo>
                    <a:pt x="0" y="0"/>
                  </a:moveTo>
                  <a:lnTo>
                    <a:pt x="339344" y="0"/>
                  </a:lnTo>
                  <a:lnTo>
                    <a:pt x="339344" y="339344"/>
                  </a:lnTo>
                  <a:lnTo>
                    <a:pt x="0" y="339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358902" y="3348990"/>
            <a:ext cx="8426196" cy="690372"/>
          </a:xfrm>
          <a:custGeom>
            <a:avLst/>
            <a:gdLst/>
            <a:ahLst/>
            <a:cxnLst/>
            <a:rect r="r" b="b" t="t" l="l"/>
            <a:pathLst>
              <a:path h="690372" w="8426196">
                <a:moveTo>
                  <a:pt x="0" y="0"/>
                </a:moveTo>
                <a:lnTo>
                  <a:pt x="8426196" y="0"/>
                </a:lnTo>
                <a:lnTo>
                  <a:pt x="8426196" y="690372"/>
                </a:lnTo>
                <a:lnTo>
                  <a:pt x="0" y="69037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58902" y="3348990"/>
            <a:ext cx="68580" cy="690372"/>
          </a:xfrm>
          <a:custGeom>
            <a:avLst/>
            <a:gdLst/>
            <a:ahLst/>
            <a:cxnLst/>
            <a:rect r="r" b="b" t="t" l="l"/>
            <a:pathLst>
              <a:path h="690372" w="68580">
                <a:moveTo>
                  <a:pt x="0" y="0"/>
                </a:moveTo>
                <a:lnTo>
                  <a:pt x="68580" y="0"/>
                </a:lnTo>
                <a:lnTo>
                  <a:pt x="68580" y="690372"/>
                </a:lnTo>
                <a:lnTo>
                  <a:pt x="0" y="69037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672846" y="3496313"/>
            <a:ext cx="254508" cy="254508"/>
            <a:chOff x="0" y="0"/>
            <a:chExt cx="339344" cy="3393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9344" cy="339344"/>
            </a:xfrm>
            <a:custGeom>
              <a:avLst/>
              <a:gdLst/>
              <a:ahLst/>
              <a:cxnLst/>
              <a:rect r="r" b="b" t="t" l="l"/>
              <a:pathLst>
                <a:path h="339344" w="339344">
                  <a:moveTo>
                    <a:pt x="0" y="0"/>
                  </a:moveTo>
                  <a:lnTo>
                    <a:pt x="339344" y="0"/>
                  </a:lnTo>
                  <a:lnTo>
                    <a:pt x="339344" y="339344"/>
                  </a:lnTo>
                  <a:lnTo>
                    <a:pt x="0" y="339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358902" y="4117086"/>
            <a:ext cx="8426196" cy="690372"/>
          </a:xfrm>
          <a:custGeom>
            <a:avLst/>
            <a:gdLst/>
            <a:ahLst/>
            <a:cxnLst/>
            <a:rect r="r" b="b" t="t" l="l"/>
            <a:pathLst>
              <a:path h="690372" w="8426196">
                <a:moveTo>
                  <a:pt x="0" y="0"/>
                </a:moveTo>
                <a:lnTo>
                  <a:pt x="8426196" y="0"/>
                </a:lnTo>
                <a:lnTo>
                  <a:pt x="8426196" y="690372"/>
                </a:lnTo>
                <a:lnTo>
                  <a:pt x="0" y="69037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358902" y="4117086"/>
            <a:ext cx="68580" cy="690372"/>
          </a:xfrm>
          <a:custGeom>
            <a:avLst/>
            <a:gdLst/>
            <a:ahLst/>
            <a:cxnLst/>
            <a:rect r="r" b="b" t="t" l="l"/>
            <a:pathLst>
              <a:path h="690372" w="68580">
                <a:moveTo>
                  <a:pt x="0" y="0"/>
                </a:moveTo>
                <a:lnTo>
                  <a:pt x="68580" y="0"/>
                </a:lnTo>
                <a:lnTo>
                  <a:pt x="68580" y="690372"/>
                </a:lnTo>
                <a:lnTo>
                  <a:pt x="0" y="690372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672846" y="4264409"/>
            <a:ext cx="254508" cy="254508"/>
            <a:chOff x="0" y="0"/>
            <a:chExt cx="339344" cy="33934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39344" cy="339344"/>
            </a:xfrm>
            <a:custGeom>
              <a:avLst/>
              <a:gdLst/>
              <a:ahLst/>
              <a:cxnLst/>
              <a:rect r="r" b="b" t="t" l="l"/>
              <a:pathLst>
                <a:path h="339344" w="339344">
                  <a:moveTo>
                    <a:pt x="0" y="0"/>
                  </a:moveTo>
                  <a:lnTo>
                    <a:pt x="339344" y="0"/>
                  </a:lnTo>
                  <a:lnTo>
                    <a:pt x="339344" y="339344"/>
                  </a:lnTo>
                  <a:lnTo>
                    <a:pt x="0" y="339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365760" y="17316"/>
            <a:ext cx="1753248" cy="422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Takeaways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51510" y="528704"/>
            <a:ext cx="29280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65760" y="528704"/>
            <a:ext cx="1656626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What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this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project</a:t>
            </a:r>
            <a:r>
              <a:rPr lang="en-US" sz="999" i="true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  <a:r>
              <a:rPr lang="en-US" sz="9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demonstrates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70432" y="1438666"/>
            <a:ext cx="4241073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Spring Boot, Spark Java, Dropwizard, Vert.x —the right tool for each specific job.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70432" y="2206762"/>
            <a:ext cx="4496914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Vert.x event-loop model handles burst logging traffic without thread pool exhaustion.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70432" y="3742954"/>
            <a:ext cx="4558446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sendAsync() fire-and-forget: inter-service logging never blocks or breaks business logic.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70432" y="2974858"/>
            <a:ext cx="4678270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docker-compose up --build deploys all 5 services in the correct order with one command.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70432" y="4511050"/>
            <a:ext cx="4718752" cy="191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546E7A"/>
                </a:solidFill>
                <a:latin typeface="Calibri (MS)"/>
                <a:ea typeface="Calibri (MS)"/>
                <a:cs typeface="Calibri (MS)"/>
                <a:sym typeface="Calibri (MS)"/>
              </a:rPr>
              <a:t>Realistic Turkish hospital system look inspired by Probel HBYS —MediSoft HBYS branding.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629650" y="4840691"/>
            <a:ext cx="117405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70432" y="4231548"/>
            <a:ext cx="1083955" cy="22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6A1B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HBYS-Inspired UI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70432" y="2695356"/>
            <a:ext cx="1370676" cy="22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0277B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Docker Orchestration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70432" y="3463452"/>
            <a:ext cx="1436437" cy="22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1976D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Async Communication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70432" y="1927260"/>
            <a:ext cx="1452524" cy="22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1565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Reactive Programming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70432" y="1159164"/>
            <a:ext cx="1450334" cy="22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1B5E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Polyglot Microservices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7007" y="0"/>
            <a:ext cx="3857625" cy="5157788"/>
          </a:xfrm>
          <a:custGeom>
            <a:avLst/>
            <a:gdLst/>
            <a:ahLst/>
            <a:cxnLst/>
            <a:rect r="r" b="b" t="t" l="l"/>
            <a:pathLst>
              <a:path h="5157788" w="3857625">
                <a:moveTo>
                  <a:pt x="0" y="0"/>
                </a:moveTo>
                <a:lnTo>
                  <a:pt x="3857625" y="0"/>
                </a:lnTo>
                <a:lnTo>
                  <a:pt x="3857625" y="5157788"/>
                </a:lnTo>
                <a:lnTo>
                  <a:pt x="0" y="51577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1984" y="2003774"/>
            <a:ext cx="2576512" cy="52388"/>
          </a:xfrm>
          <a:custGeom>
            <a:avLst/>
            <a:gdLst/>
            <a:ahLst/>
            <a:cxnLst/>
            <a:rect r="r" b="b" t="t" l="l"/>
            <a:pathLst>
              <a:path h="52388" w="2576512">
                <a:moveTo>
                  <a:pt x="0" y="0"/>
                </a:moveTo>
                <a:lnTo>
                  <a:pt x="2576512" y="0"/>
                </a:lnTo>
                <a:lnTo>
                  <a:pt x="2576512" y="52388"/>
                </a:lnTo>
                <a:lnTo>
                  <a:pt x="0" y="523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9200" y="3258006"/>
            <a:ext cx="2576512" cy="52388"/>
          </a:xfrm>
          <a:custGeom>
            <a:avLst/>
            <a:gdLst/>
            <a:ahLst/>
            <a:cxnLst/>
            <a:rect r="r" b="b" t="t" l="l"/>
            <a:pathLst>
              <a:path h="52388" w="2576512">
                <a:moveTo>
                  <a:pt x="0" y="0"/>
                </a:moveTo>
                <a:lnTo>
                  <a:pt x="2576513" y="0"/>
                </a:lnTo>
                <a:lnTo>
                  <a:pt x="2576513" y="52387"/>
                </a:lnTo>
                <a:lnTo>
                  <a:pt x="0" y="523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02038" y="479584"/>
            <a:ext cx="1670837" cy="209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🏥</a:t>
            </a:r>
          </a:p>
          <a:p>
            <a:pPr algn="ctr">
              <a:lnSpc>
                <a:spcPts val="6719"/>
              </a:lnSpc>
            </a:pPr>
          </a:p>
          <a:p>
            <a:pPr algn="ctr">
              <a:lnSpc>
                <a:spcPts val="1679"/>
              </a:lnSpc>
            </a:pPr>
            <a:r>
              <a:rPr lang="en-US" b="true" sz="1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Betül Korkmaz</a:t>
            </a:r>
          </a:p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BBDEFB"/>
                </a:solidFill>
                <a:latin typeface="Calibri (MS)"/>
                <a:ea typeface="Calibri (MS)"/>
                <a:cs typeface="Calibri (MS)"/>
                <a:sym typeface="Calibri (MS)"/>
              </a:rPr>
              <a:t>2120100200113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27237" y="2648043"/>
            <a:ext cx="1186005" cy="454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2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Fatma Zehra Bestil</a:t>
            </a:r>
          </a:p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BBDEFB"/>
                </a:solidFill>
                <a:latin typeface="Calibri (MS)"/>
                <a:ea typeface="Calibri (MS)"/>
                <a:cs typeface="Calibri (MS)"/>
                <a:sym typeface="Calibri (MS)"/>
              </a:rPr>
              <a:t>212010020058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062" y="3951405"/>
            <a:ext cx="1818789" cy="1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BBDEFB"/>
                </a:solidFill>
                <a:latin typeface="Calibri (MS)"/>
                <a:ea typeface="Calibri (MS)"/>
                <a:cs typeface="Calibri (MS)"/>
                <a:sym typeface="Calibri (MS)"/>
              </a:rPr>
              <a:t>Konya Food and Agriculture University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11786" y="1704956"/>
            <a:ext cx="3043031" cy="2107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3"/>
              </a:lnSpc>
            </a:pPr>
            <a:r>
              <a:rPr lang="en-US" sz="2640" i="true" b="true">
                <a:solidFill>
                  <a:srgbClr val="1A234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THANK YOU FOR LİSTENİNG </a:t>
            </a:r>
          </a:p>
          <a:p>
            <a:pPr algn="l">
              <a:lnSpc>
                <a:spcPts val="3253"/>
              </a:lnSpc>
            </a:pPr>
          </a:p>
          <a:p>
            <a:pPr algn="l">
              <a:lnSpc>
                <a:spcPts val="3253"/>
              </a:lnSpc>
            </a:pPr>
          </a:p>
          <a:p>
            <a:pPr algn="l">
              <a:lnSpc>
                <a:spcPts val="3253"/>
              </a:lnSpc>
            </a:pPr>
            <a:r>
              <a:rPr lang="en-US" b="true" sz="2640">
                <a:solidFill>
                  <a:srgbClr val="1A23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ANY </a:t>
            </a:r>
            <a:r>
              <a:rPr lang="en-US" b="true" sz="2640">
                <a:solidFill>
                  <a:srgbClr val="1A23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QUESTIONS ?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79582" y="2342178"/>
            <a:ext cx="32204" cy="21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9"/>
              </a:lnSpc>
            </a:pPr>
            <a:r>
              <a:rPr lang="en-US" sz="1099" i="true">
                <a:solidFill>
                  <a:srgbClr val="546E7A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DAHJW0K0xhQ</dc:identifier>
  <dcterms:modified xsi:type="dcterms:W3CDTF">2011-08-01T06:04:30Z</dcterms:modified>
  <cp:revision>1</cp:revision>
  <dc:title>Hospital_Management_System_Presentation.pdf</dc:title>
</cp:coreProperties>
</file>